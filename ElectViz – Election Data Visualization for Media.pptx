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0" r:id="rId7"/>
    <p:sldId id="258" r:id="rId8"/>
    <p:sldId id="261" r:id="rId9"/>
    <p:sldId id="283" r:id="rId10"/>
    <p:sldId id="264" r:id="rId11"/>
    <p:sldId id="266" r:id="rId12"/>
    <p:sldId id="284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8468E-7DC7-4E19-B975-86A54D2BCF74}" v="23" dt="2026-03-12T13:27:29.3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9" autoAdjust="0"/>
    <p:restoredTop sz="94689" autoAdjust="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7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ATH PODETI" userId="b22fe1a57f803bd6" providerId="LiveId" clId="{53F3F1FA-36B9-4033-A34F-48FCB2288AF9}"/>
    <pc:docChg chg="undo custSel modSld modMainMaster">
      <pc:chgData name="SRINATH PODETI" userId="b22fe1a57f803bd6" providerId="LiveId" clId="{53F3F1FA-36B9-4033-A34F-48FCB2288AF9}" dt="2026-03-12T13:27:29.398" v="106"/>
      <pc:docMkLst>
        <pc:docMk/>
      </pc:docMkLst>
      <pc:sldChg chg="modSp mod modTransition modShow">
        <pc:chgData name="SRINATH PODETI" userId="b22fe1a57f803bd6" providerId="LiveId" clId="{53F3F1FA-36B9-4033-A34F-48FCB2288AF9}" dt="2026-03-12T13:27:10.539" v="105"/>
        <pc:sldMkLst>
          <pc:docMk/>
          <pc:sldMk cId="3946934594" sldId="256"/>
        </pc:sldMkLst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3946934594" sldId="256"/>
            <ac:spMk id="2" creationId="{632BE5BF-9922-45FB-8F3F-4446D40A051B}"/>
          </ac:spMkLst>
        </pc:spChg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3946934594" sldId="256"/>
            <ac:spMk id="3" creationId="{0D537F64-4C96-4AA8-BB21-E8053A3186DD}"/>
          </ac:spMkLst>
        </pc:spChg>
      </pc:sldChg>
      <pc:sldChg chg="modSp mod modTransition">
        <pc:chgData name="SRINATH PODETI" userId="b22fe1a57f803bd6" providerId="LiveId" clId="{53F3F1FA-36B9-4033-A34F-48FCB2288AF9}" dt="2026-03-12T13:27:29.398" v="106"/>
        <pc:sldMkLst>
          <pc:docMk/>
          <pc:sldMk cId="2902794312" sldId="257"/>
        </pc:sldMkLst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2902794312" sldId="257"/>
            <ac:spMk id="2" creationId="{0B24BF10-2B55-43AB-9F77-F1A1410384A9}"/>
          </ac:spMkLst>
        </pc:spChg>
        <pc:spChg chg="mod">
          <ac:chgData name="SRINATH PODETI" userId="b22fe1a57f803bd6" providerId="LiveId" clId="{53F3F1FA-36B9-4033-A34F-48FCB2288AF9}" dt="2026-03-12T13:24:42.070" v="89"/>
          <ac:spMkLst>
            <pc:docMk/>
            <pc:sldMk cId="2902794312" sldId="257"/>
            <ac:spMk id="4" creationId="{E3BD8413-C238-49D7-A4E1-E8FEF1811A0E}"/>
          </ac:spMkLst>
        </pc:spChg>
        <pc:spChg chg="mod">
          <ac:chgData name="SRINATH PODETI" userId="b22fe1a57f803bd6" providerId="LiveId" clId="{53F3F1FA-36B9-4033-A34F-48FCB2288AF9}" dt="2026-03-12T13:08:54.036" v="61" actId="20577"/>
          <ac:spMkLst>
            <pc:docMk/>
            <pc:sldMk cId="2902794312" sldId="257"/>
            <ac:spMk id="6" creationId="{1D1B846A-5522-C760-E7A8-9F122E15C16E}"/>
          </ac:spMkLst>
        </pc:spChg>
      </pc:sldChg>
      <pc:sldChg chg="modSp mod">
        <pc:chgData name="SRINATH PODETI" userId="b22fe1a57f803bd6" providerId="LiveId" clId="{53F3F1FA-36B9-4033-A34F-48FCB2288AF9}" dt="2026-03-12T13:27:10.539" v="105"/>
        <pc:sldMkLst>
          <pc:docMk/>
          <pc:sldMk cId="3733486012" sldId="258"/>
        </pc:sldMkLst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3733486012" sldId="258"/>
            <ac:spMk id="2" creationId="{BE9800F6-D571-48C4-8466-12AA1ADB6599}"/>
          </ac:spMkLst>
        </pc:spChg>
        <pc:spChg chg="mod">
          <ac:chgData name="SRINATH PODETI" userId="b22fe1a57f803bd6" providerId="LiveId" clId="{53F3F1FA-36B9-4033-A34F-48FCB2288AF9}" dt="2026-03-12T13:05:20.524" v="9" actId="20577"/>
          <ac:spMkLst>
            <pc:docMk/>
            <pc:sldMk cId="3733486012" sldId="258"/>
            <ac:spMk id="7" creationId="{7875C19A-1AAE-476A-A316-A2CF92D763D3}"/>
          </ac:spMkLst>
        </pc:spChg>
        <pc:picChg chg="mod">
          <ac:chgData name="SRINATH PODETI" userId="b22fe1a57f803bd6" providerId="LiveId" clId="{53F3F1FA-36B9-4033-A34F-48FCB2288AF9}" dt="2026-03-12T13:22:54.822" v="75" actId="14826"/>
          <ac:picMkLst>
            <pc:docMk/>
            <pc:sldMk cId="3733486012" sldId="258"/>
            <ac:picMk id="4" creationId="{C64B2F6A-3F0F-4CB6-6E83-C8FC393ED76F}"/>
          </ac:picMkLst>
        </pc:picChg>
      </pc:sldChg>
      <pc:sldChg chg="modSp mod">
        <pc:chgData name="SRINATH PODETI" userId="b22fe1a57f803bd6" providerId="LiveId" clId="{53F3F1FA-36B9-4033-A34F-48FCB2288AF9}" dt="2026-03-12T13:27:10.539" v="105"/>
        <pc:sldMkLst>
          <pc:docMk/>
          <pc:sldMk cId="709828751" sldId="260"/>
        </pc:sldMkLst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709828751" sldId="260"/>
            <ac:spMk id="2" creationId="{8B065C75-272B-4BB5-BA23-D80E8654D621}"/>
          </ac:spMkLst>
        </pc:spChg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709828751" sldId="260"/>
            <ac:spMk id="4" creationId="{BD179B88-D43C-4A31-9A52-3498E9430782}"/>
          </ac:spMkLst>
        </pc:spChg>
      </pc:sldChg>
      <pc:sldChg chg="modSp mod">
        <pc:chgData name="SRINATH PODETI" userId="b22fe1a57f803bd6" providerId="LiveId" clId="{53F3F1FA-36B9-4033-A34F-48FCB2288AF9}" dt="2026-03-12T13:27:10.539" v="105"/>
        <pc:sldMkLst>
          <pc:docMk/>
          <pc:sldMk cId="3607270498" sldId="261"/>
        </pc:sldMkLst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3607270498" sldId="261"/>
            <ac:spMk id="2" creationId="{520FC4EE-F318-4344-9E3C-B950ADB63865}"/>
          </ac:spMkLst>
        </pc:spChg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3607270498" sldId="261"/>
            <ac:spMk id="4" creationId="{315E3981-F0D7-482C-A8E0-6A57700BECA7}"/>
          </ac:spMkLst>
        </pc:spChg>
        <pc:picChg chg="mod">
          <ac:chgData name="SRINATH PODETI" userId="b22fe1a57f803bd6" providerId="LiveId" clId="{53F3F1FA-36B9-4033-A34F-48FCB2288AF9}" dt="2026-03-12T13:23:07.854" v="76" actId="14826"/>
          <ac:picMkLst>
            <pc:docMk/>
            <pc:sldMk cId="3607270498" sldId="261"/>
            <ac:picMk id="15" creationId="{EFED9074-2882-36E2-EDFB-D08558F2187E}"/>
          </ac:picMkLst>
        </pc:picChg>
      </pc:sldChg>
      <pc:sldChg chg="modSp mod">
        <pc:chgData name="SRINATH PODETI" userId="b22fe1a57f803bd6" providerId="LiveId" clId="{53F3F1FA-36B9-4033-A34F-48FCB2288AF9}" dt="2026-03-12T13:27:10.539" v="105"/>
        <pc:sldMkLst>
          <pc:docMk/>
          <pc:sldMk cId="663103393" sldId="264"/>
        </pc:sldMkLst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663103393" sldId="264"/>
            <ac:spMk id="2" creationId="{FAC2D367-2A6E-41FE-A9EA-24FF17BCAA97}"/>
          </ac:spMkLst>
        </pc:spChg>
        <pc:spChg chg="mod">
          <ac:chgData name="SRINATH PODETI" userId="b22fe1a57f803bd6" providerId="LiveId" clId="{53F3F1FA-36B9-4033-A34F-48FCB2288AF9}" dt="2026-03-12T13:06:40.950" v="43" actId="1035"/>
          <ac:spMkLst>
            <pc:docMk/>
            <pc:sldMk cId="663103393" sldId="264"/>
            <ac:spMk id="4" creationId="{315E3981-F0D7-482C-A8E0-6A57700BECA7}"/>
          </ac:spMkLst>
        </pc:spChg>
        <pc:picChg chg="mod">
          <ac:chgData name="SRINATH PODETI" userId="b22fe1a57f803bd6" providerId="LiveId" clId="{53F3F1FA-36B9-4033-A34F-48FCB2288AF9}" dt="2026-03-12T13:23:32.630" v="78" actId="14826"/>
          <ac:picMkLst>
            <pc:docMk/>
            <pc:sldMk cId="663103393" sldId="264"/>
            <ac:picMk id="7" creationId="{6AE79A44-F543-E9BC-9C8B-135A881DE855}"/>
          </ac:picMkLst>
        </pc:picChg>
      </pc:sldChg>
      <pc:sldChg chg="modSp mod">
        <pc:chgData name="SRINATH PODETI" userId="b22fe1a57f803bd6" providerId="LiveId" clId="{53F3F1FA-36B9-4033-A34F-48FCB2288AF9}" dt="2026-03-12T13:27:10.539" v="105"/>
        <pc:sldMkLst>
          <pc:docMk/>
          <pc:sldMk cId="1065425595" sldId="266"/>
        </pc:sldMkLst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1065425595" sldId="266"/>
            <ac:spMk id="2" creationId="{E4398C1C-6656-4A73-A680-62A81CDC27FD}"/>
          </ac:spMkLst>
        </pc:spChg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1065425595" sldId="266"/>
            <ac:spMk id="5" creationId="{201323FB-427E-4A8D-B473-AB0657D8D23B}"/>
          </ac:spMkLst>
        </pc:spChg>
        <pc:picChg chg="mod">
          <ac:chgData name="SRINATH PODETI" userId="b22fe1a57f803bd6" providerId="LiveId" clId="{53F3F1FA-36B9-4033-A34F-48FCB2288AF9}" dt="2026-03-12T13:23:44.812" v="79" actId="14826"/>
          <ac:picMkLst>
            <pc:docMk/>
            <pc:sldMk cId="1065425595" sldId="266"/>
            <ac:picMk id="4" creationId="{53868FC8-D512-ABD9-87BB-7BD7BBD404EB}"/>
          </ac:picMkLst>
        </pc:picChg>
      </pc:sldChg>
      <pc:sldChg chg="addSp delSp modSp mod">
        <pc:chgData name="SRINATH PODETI" userId="b22fe1a57f803bd6" providerId="LiveId" clId="{53F3F1FA-36B9-4033-A34F-48FCB2288AF9}" dt="2026-03-12T13:27:10.539" v="105"/>
        <pc:sldMkLst>
          <pc:docMk/>
          <pc:sldMk cId="451187730" sldId="283"/>
        </pc:sldMkLst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451187730" sldId="283"/>
            <ac:spMk id="2" creationId="{2F478C69-0A1D-45FF-8600-ED903803FFE1}"/>
          </ac:spMkLst>
        </pc:spChg>
        <pc:spChg chg="mod">
          <ac:chgData name="SRINATH PODETI" userId="b22fe1a57f803bd6" providerId="LiveId" clId="{53F3F1FA-36B9-4033-A34F-48FCB2288AF9}" dt="2026-03-12T13:06:27.204" v="29" actId="20577"/>
          <ac:spMkLst>
            <pc:docMk/>
            <pc:sldMk cId="451187730" sldId="283"/>
            <ac:spMk id="4" creationId="{315E3981-F0D7-482C-A8E0-6A57700BECA7}"/>
          </ac:spMkLst>
        </pc:spChg>
        <pc:picChg chg="add del mod">
          <ac:chgData name="SRINATH PODETI" userId="b22fe1a57f803bd6" providerId="LiveId" clId="{53F3F1FA-36B9-4033-A34F-48FCB2288AF9}" dt="2026-03-12T13:17:25.116" v="64" actId="478"/>
          <ac:picMkLst>
            <pc:docMk/>
            <pc:sldMk cId="451187730" sldId="283"/>
            <ac:picMk id="5" creationId="{DC65A120-E39A-EE67-92F1-EEA78C68636E}"/>
          </ac:picMkLst>
        </pc:picChg>
        <pc:picChg chg="add del mod">
          <ac:chgData name="SRINATH PODETI" userId="b22fe1a57f803bd6" providerId="LiveId" clId="{53F3F1FA-36B9-4033-A34F-48FCB2288AF9}" dt="2026-03-12T13:23:21.879" v="77" actId="14826"/>
          <ac:picMkLst>
            <pc:docMk/>
            <pc:sldMk cId="451187730" sldId="283"/>
            <ac:picMk id="13" creationId="{DEE90118-AC12-D2E3-2454-8FFF77ACFD85}"/>
          </ac:picMkLst>
        </pc:picChg>
      </pc:sldChg>
      <pc:sldChg chg="modSp mod">
        <pc:chgData name="SRINATH PODETI" userId="b22fe1a57f803bd6" providerId="LiveId" clId="{53F3F1FA-36B9-4033-A34F-48FCB2288AF9}" dt="2026-03-12T13:27:10.539" v="105"/>
        <pc:sldMkLst>
          <pc:docMk/>
          <pc:sldMk cId="3322300142" sldId="284"/>
        </pc:sldMkLst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3322300142" sldId="284"/>
            <ac:spMk id="2" creationId="{E4398C1C-6656-4A73-A680-62A81CDC27FD}"/>
          </ac:spMkLst>
        </pc:spChg>
        <pc:spChg chg="mod">
          <ac:chgData name="SRINATH PODETI" userId="b22fe1a57f803bd6" providerId="LiveId" clId="{53F3F1FA-36B9-4033-A34F-48FCB2288AF9}" dt="2026-03-12T13:07:40.659" v="59" actId="14100"/>
          <ac:spMkLst>
            <pc:docMk/>
            <pc:sldMk cId="3322300142" sldId="284"/>
            <ac:spMk id="3" creationId="{B75E3A1A-2A30-4683-B8FD-A36B4B595B97}"/>
          </ac:spMkLst>
        </pc:spChg>
        <pc:spChg chg="mod">
          <ac:chgData name="SRINATH PODETI" userId="b22fe1a57f803bd6" providerId="LiveId" clId="{53F3F1FA-36B9-4033-A34F-48FCB2288AF9}" dt="2026-03-12T13:27:10.539" v="105"/>
          <ac:spMkLst>
            <pc:docMk/>
            <pc:sldMk cId="3322300142" sldId="284"/>
            <ac:spMk id="5" creationId="{201323FB-427E-4A8D-B473-AB0657D8D23B}"/>
          </ac:spMkLst>
        </pc:spChg>
      </pc:sldChg>
      <pc:sldMasterChg chg="addSp modSldLayout">
        <pc:chgData name="SRINATH PODETI" userId="b22fe1a57f803bd6" providerId="LiveId" clId="{53F3F1FA-36B9-4033-A34F-48FCB2288AF9}" dt="2026-03-12T13:24:28.799" v="83"/>
        <pc:sldMasterMkLst>
          <pc:docMk/>
          <pc:sldMasterMk cId="314217445" sldId="2147483678"/>
        </pc:sldMasterMkLst>
        <pc:spChg chg="add">
          <ac:chgData name="SRINATH PODETI" userId="b22fe1a57f803bd6" providerId="LiveId" clId="{53F3F1FA-36B9-4033-A34F-48FCB2288AF9}" dt="2026-03-12T13:24:28.799" v="83"/>
          <ac:spMkLst>
            <pc:docMk/>
            <pc:sldMasterMk cId="314217445" sldId="2147483678"/>
            <ac:spMk id="11" creationId="{1F1B1C48-DF74-EEF7-6D5F-41C03822BA3E}"/>
          </ac:spMkLst>
        </pc:spChg>
        <pc:spChg chg="add">
          <ac:chgData name="SRINATH PODETI" userId="b22fe1a57f803bd6" providerId="LiveId" clId="{53F3F1FA-36B9-4033-A34F-48FCB2288AF9}" dt="2026-03-12T13:24:28.799" v="83"/>
          <ac:spMkLst>
            <pc:docMk/>
            <pc:sldMasterMk cId="314217445" sldId="2147483678"/>
            <ac:spMk id="12" creationId="{27679706-C347-D911-1EC9-E58F10FFC8FC}"/>
          </ac:spMkLst>
        </pc:spChg>
        <pc:spChg chg="add">
          <ac:chgData name="SRINATH PODETI" userId="b22fe1a57f803bd6" providerId="LiveId" clId="{53F3F1FA-36B9-4033-A34F-48FCB2288AF9}" dt="2026-03-12T13:24:28.799" v="83"/>
          <ac:spMkLst>
            <pc:docMk/>
            <pc:sldMasterMk cId="314217445" sldId="2147483678"/>
            <ac:spMk id="13" creationId="{92CC1FB1-6375-761F-7117-18196EEF3B1E}"/>
          </ac:spMkLst>
        </pc:spChg>
        <pc:spChg chg="add">
          <ac:chgData name="SRINATH PODETI" userId="b22fe1a57f803bd6" providerId="LiveId" clId="{53F3F1FA-36B9-4033-A34F-48FCB2288AF9}" dt="2026-03-12T13:24:28.799" v="83"/>
          <ac:spMkLst>
            <pc:docMk/>
            <pc:sldMasterMk cId="314217445" sldId="2147483678"/>
            <ac:spMk id="15" creationId="{9ACAC34F-5B83-D0C8-0EE5-7526819BA144}"/>
          </ac:spMkLst>
        </pc:spChg>
        <pc:spChg chg="add">
          <ac:chgData name="SRINATH PODETI" userId="b22fe1a57f803bd6" providerId="LiveId" clId="{53F3F1FA-36B9-4033-A34F-48FCB2288AF9}" dt="2026-03-12T13:24:28.799" v="83"/>
          <ac:spMkLst>
            <pc:docMk/>
            <pc:sldMasterMk cId="314217445" sldId="2147483678"/>
            <ac:spMk id="17" creationId="{D681E314-5230-1AD9-1273-1B5BBDDD2B69}"/>
          </ac:spMkLst>
        </pc:spChg>
        <pc:spChg chg="add">
          <ac:chgData name="SRINATH PODETI" userId="b22fe1a57f803bd6" providerId="LiveId" clId="{53F3F1FA-36B9-4033-A34F-48FCB2288AF9}" dt="2026-03-12T13:24:28.799" v="83"/>
          <ac:spMkLst>
            <pc:docMk/>
            <pc:sldMasterMk cId="314217445" sldId="2147483678"/>
            <ac:spMk id="18" creationId="{AA3993C3-7BB0-B1FB-B921-9C864B0FCAFD}"/>
          </ac:spMkLst>
        </pc:spChg>
        <pc:spChg chg="add">
          <ac:chgData name="SRINATH PODETI" userId="b22fe1a57f803bd6" providerId="LiveId" clId="{53F3F1FA-36B9-4033-A34F-48FCB2288AF9}" dt="2026-03-12T13:24:28.799" v="83"/>
          <ac:spMkLst>
            <pc:docMk/>
            <pc:sldMasterMk cId="314217445" sldId="2147483678"/>
            <ac:spMk id="25" creationId="{44245EDA-150C-E918-A86C-FFAFDD04BB51}"/>
          </ac:spMkLst>
        </pc:spChg>
        <pc:spChg chg="add">
          <ac:chgData name="SRINATH PODETI" userId="b22fe1a57f803bd6" providerId="LiveId" clId="{53F3F1FA-36B9-4033-A34F-48FCB2288AF9}" dt="2026-03-12T13:24:28.799" v="83"/>
          <ac:spMkLst>
            <pc:docMk/>
            <pc:sldMasterMk cId="314217445" sldId="2147483678"/>
            <ac:spMk id="26" creationId="{A88C9B29-1A97-C461-C7DB-7C6E64E05641}"/>
          </ac:spMkLst>
        </pc:spChg>
        <pc:grpChg chg="add">
          <ac:chgData name="SRINATH PODETI" userId="b22fe1a57f803bd6" providerId="LiveId" clId="{53F3F1FA-36B9-4033-A34F-48FCB2288AF9}" dt="2026-03-12T13:24:28.799" v="83"/>
          <ac:grpSpMkLst>
            <pc:docMk/>
            <pc:sldMasterMk cId="314217445" sldId="2147483678"/>
            <ac:grpSpMk id="19" creationId="{B3199562-DA1C-9C58-3C19-22EB789B9CB3}"/>
          </ac:grpSpMkLst>
        </pc:grpChg>
        <pc:grpChg chg="add">
          <ac:chgData name="SRINATH PODETI" userId="b22fe1a57f803bd6" providerId="LiveId" clId="{53F3F1FA-36B9-4033-A34F-48FCB2288AF9}" dt="2026-03-12T13:24:28.799" v="83"/>
          <ac:grpSpMkLst>
            <pc:docMk/>
            <pc:sldMasterMk cId="314217445" sldId="2147483678"/>
            <ac:grpSpMk id="22" creationId="{0E4ED5DE-CE47-A8FC-DA5C-2D020A7FE9C1}"/>
          </ac:grpSpMkLst>
        </pc:grpChg>
        <pc:sldLayoutChg chg="addSp">
          <pc:chgData name="SRINATH PODETI" userId="b22fe1a57f803bd6" providerId="LiveId" clId="{53F3F1FA-36B9-4033-A34F-48FCB2288AF9}" dt="2026-03-12T13:24:28.799" v="83"/>
          <pc:sldLayoutMkLst>
            <pc:docMk/>
            <pc:sldMasterMk cId="314217445" sldId="2147483678"/>
            <pc:sldLayoutMk cId="2365699716" sldId="2147483679"/>
          </pc:sldLayoutMkLst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2365699716" sldId="2147483679"/>
              <ac:spMk id="7" creationId="{0E714E41-CA71-2852-6157-B912209A74C3}"/>
            </ac:spMkLst>
          </pc:s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2365699716" sldId="2147483679"/>
              <ac:grpSpMk id="8" creationId="{72EF0294-2CC0-D0FA-697A-C557996D0D1D}"/>
            </ac:grpSpMkLst>
          </pc:grpChg>
        </pc:sldLayoutChg>
        <pc:sldLayoutChg chg="addSp">
          <pc:chgData name="SRINATH PODETI" userId="b22fe1a57f803bd6" providerId="LiveId" clId="{53F3F1FA-36B9-4033-A34F-48FCB2288AF9}" dt="2026-03-12T13:24:28.799" v="83"/>
          <pc:sldLayoutMkLst>
            <pc:docMk/>
            <pc:sldMasterMk cId="314217445" sldId="2147483678"/>
            <pc:sldLayoutMk cId="696811719" sldId="2147483680"/>
          </pc:sldLayoutMkLst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696811719" sldId="2147483680"/>
              <ac:spMk id="4" creationId="{BB519547-B70D-8E13-397C-5D00B5AB3B57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696811719" sldId="2147483680"/>
              <ac:spMk id="8" creationId="{7678749D-50E7-ED38-A66F-445DDEE7DFC5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696811719" sldId="2147483680"/>
              <ac:spMk id="9" creationId="{3A9A28B8-8E25-AEAF-D542-9AAF1BF2C42B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696811719" sldId="2147483680"/>
              <ac:spMk id="10" creationId="{0891B068-1779-171D-6EEA-49E53B48012D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696811719" sldId="2147483680"/>
              <ac:spMk id="11" creationId="{792172CB-07F1-6D47-6A9B-B1B369F52F6C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696811719" sldId="2147483680"/>
              <ac:spMk id="18" creationId="{69613DED-B9D6-D8F8-35BE-8C82F2A412FE}"/>
            </ac:spMkLst>
          </pc:s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696811719" sldId="2147483680"/>
              <ac:grpSpMk id="12" creationId="{681D20D2-BE5F-C781-153A-B9E343B11ACC}"/>
            </ac:grpSpMkLst>
          </pc:gr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696811719" sldId="2147483680"/>
              <ac:grpSpMk id="15" creationId="{EF9E8360-DF8B-8874-5EB3-93829C3E5F85}"/>
            </ac:grpSpMkLst>
          </pc:grpChg>
        </pc:sldLayoutChg>
        <pc:sldLayoutChg chg="addSp">
          <pc:chgData name="SRINATH PODETI" userId="b22fe1a57f803bd6" providerId="LiveId" clId="{53F3F1FA-36B9-4033-A34F-48FCB2288AF9}" dt="2026-03-12T13:24:28.799" v="83"/>
          <pc:sldLayoutMkLst>
            <pc:docMk/>
            <pc:sldMasterMk cId="314217445" sldId="2147483678"/>
            <pc:sldLayoutMk cId="915337981" sldId="2147483681"/>
          </pc:sldLayoutMkLst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915337981" sldId="2147483681"/>
              <ac:spMk id="7" creationId="{F0D93514-2843-FF39-C168-30A022358A53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915337981" sldId="2147483681"/>
              <ac:spMk id="8" creationId="{257402A1-D195-096D-8CDA-A92B356A7048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915337981" sldId="2147483681"/>
              <ac:spMk id="9" creationId="{3BD0AB9D-39BF-DF70-BF9C-12B5B44E1AF4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915337981" sldId="2147483681"/>
              <ac:spMk id="10" creationId="{60DD898F-B928-3F6F-1338-F88FCB849D59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915337981" sldId="2147483681"/>
              <ac:spMk id="11" creationId="{1B98762B-1235-2108-1F4C-EB62138E123F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915337981" sldId="2147483681"/>
              <ac:spMk id="12" creationId="{5764B427-F33C-B59C-9D8D-4FEB767A4C60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915337981" sldId="2147483681"/>
              <ac:spMk id="13" creationId="{EE3A6A6B-69E5-0884-CCEB-9E4DACCF3D4E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915337981" sldId="2147483681"/>
              <ac:spMk id="14" creationId="{FD6F146F-D37F-99AF-1134-B2CF0D060F94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915337981" sldId="2147483681"/>
              <ac:spMk id="15" creationId="{13B7141F-3422-A1FD-AF9E-5AD1BC91FA64}"/>
            </ac:spMkLst>
          </pc:s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915337981" sldId="2147483681"/>
              <ac:grpSpMk id="16" creationId="{64009341-5D7D-7B2F-204A-D2BAFB37D05B}"/>
            </ac:grpSpMkLst>
          </pc:grpChg>
        </pc:sldLayoutChg>
        <pc:sldLayoutChg chg="addSp">
          <pc:chgData name="SRINATH PODETI" userId="b22fe1a57f803bd6" providerId="LiveId" clId="{53F3F1FA-36B9-4033-A34F-48FCB2288AF9}" dt="2026-03-12T13:24:28.799" v="83"/>
          <pc:sldLayoutMkLst>
            <pc:docMk/>
            <pc:sldMasterMk cId="314217445" sldId="2147483678"/>
            <pc:sldLayoutMk cId="412778959" sldId="2147483682"/>
          </pc:sldLayoutMkLst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2778959" sldId="2147483682"/>
              <ac:spMk id="8" creationId="{062B1831-A074-5AFD-7AF4-E5B1C559EB58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2778959" sldId="2147483682"/>
              <ac:spMk id="9" creationId="{C276D68F-466B-6F3D-F1C7-363501EED9F0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2778959" sldId="2147483682"/>
              <ac:spMk id="10" creationId="{A2FFBDAE-6588-55B6-4854-EB2543660E37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2778959" sldId="2147483682"/>
              <ac:spMk id="11" creationId="{07DA5A9F-0B7F-E3E7-6DFF-D098A5DF0083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2778959" sldId="2147483682"/>
              <ac:spMk id="12" creationId="{D48F6145-3D37-8E53-313A-AC95F4BE51BE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2778959" sldId="2147483682"/>
              <ac:spMk id="19" creationId="{0B779833-CC33-FCF8-9CEF-E64FBC66CF0C}"/>
            </ac:spMkLst>
          </pc:s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412778959" sldId="2147483682"/>
              <ac:grpSpMk id="13" creationId="{82E530B8-C55A-E91F-46BF-05AD172711D5}"/>
            </ac:grpSpMkLst>
          </pc:gr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412778959" sldId="2147483682"/>
              <ac:grpSpMk id="16" creationId="{AFC65132-580F-6BE5-F105-387B34FF4AC8}"/>
            </ac:grpSpMkLst>
          </pc:grpChg>
        </pc:sldLayoutChg>
        <pc:sldLayoutChg chg="addSp">
          <pc:chgData name="SRINATH PODETI" userId="b22fe1a57f803bd6" providerId="LiveId" clId="{53F3F1FA-36B9-4033-A34F-48FCB2288AF9}" dt="2026-03-12T13:24:28.799" v="83"/>
          <pc:sldLayoutMkLst>
            <pc:docMk/>
            <pc:sldMasterMk cId="314217445" sldId="2147483678"/>
            <pc:sldLayoutMk cId="3704155940" sldId="2147483683"/>
          </pc:sldLayoutMkLst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704155940" sldId="2147483683"/>
              <ac:spMk id="10" creationId="{46A569B3-58B1-1D91-A85E-EBF15CDC9C54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704155940" sldId="2147483683"/>
              <ac:spMk id="11" creationId="{CDB707B3-BA50-AB8D-E2DA-B81F513594CE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704155940" sldId="2147483683"/>
              <ac:spMk id="12" creationId="{8DD6FB19-FDE4-EB67-AA48-09EA7A72B009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704155940" sldId="2147483683"/>
              <ac:spMk id="13" creationId="{BA1368EC-F0FE-5B6C-55B8-DB02B3FE7B7D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704155940" sldId="2147483683"/>
              <ac:spMk id="14" creationId="{69A87300-CC53-2E70-386E-1627AA7C2340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704155940" sldId="2147483683"/>
              <ac:spMk id="21" creationId="{EF2B84E8-E950-8ADA-09F5-ACFF3CA987D6}"/>
            </ac:spMkLst>
          </pc:s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3704155940" sldId="2147483683"/>
              <ac:grpSpMk id="15" creationId="{09E74A9D-CD27-1511-4BE2-1767CAEBF2C3}"/>
            </ac:grpSpMkLst>
          </pc:gr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3704155940" sldId="2147483683"/>
              <ac:grpSpMk id="18" creationId="{00FA8858-163C-E1E7-07AD-A2FA5E08C40F}"/>
            </ac:grpSpMkLst>
          </pc:grpChg>
        </pc:sldLayoutChg>
        <pc:sldLayoutChg chg="addSp">
          <pc:chgData name="SRINATH PODETI" userId="b22fe1a57f803bd6" providerId="LiveId" clId="{53F3F1FA-36B9-4033-A34F-48FCB2288AF9}" dt="2026-03-12T13:24:28.799" v="83"/>
          <pc:sldLayoutMkLst>
            <pc:docMk/>
            <pc:sldMasterMk cId="314217445" sldId="2147483678"/>
            <pc:sldLayoutMk cId="1052767254" sldId="2147483684"/>
          </pc:sldLayoutMkLst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052767254" sldId="2147483684"/>
              <ac:spMk id="3" creationId="{552D442C-DB8C-DEF2-5154-912985B26AA9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052767254" sldId="2147483684"/>
              <ac:spMk id="4" creationId="{7B482707-8EE9-224A-599A-7E4D84395563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052767254" sldId="2147483684"/>
              <ac:spMk id="8" creationId="{5E323AD0-4A56-8970-0BA0-D4DFFE2A290A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052767254" sldId="2147483684"/>
              <ac:spMk id="9" creationId="{98F43AE5-C2D8-BBCC-8B66-0C3AA85156E3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052767254" sldId="2147483684"/>
              <ac:spMk id="10" creationId="{F06B260B-7D41-02BA-A715-119C18EB7FCD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052767254" sldId="2147483684"/>
              <ac:spMk id="17" creationId="{587AB31E-ECA1-FEAB-4989-20562957B57C}"/>
            </ac:spMkLst>
          </pc:s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1052767254" sldId="2147483684"/>
              <ac:grpSpMk id="11" creationId="{5A5AAE78-5838-4004-4962-E769E929BD42}"/>
            </ac:grpSpMkLst>
          </pc:gr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1052767254" sldId="2147483684"/>
              <ac:grpSpMk id="14" creationId="{CD266D33-3C63-A6FF-C279-2D78911BB93F}"/>
            </ac:grpSpMkLst>
          </pc:grpChg>
        </pc:sldLayoutChg>
        <pc:sldLayoutChg chg="addSp">
          <pc:chgData name="SRINATH PODETI" userId="b22fe1a57f803bd6" providerId="LiveId" clId="{53F3F1FA-36B9-4033-A34F-48FCB2288AF9}" dt="2026-03-12T13:24:28.799" v="83"/>
          <pc:sldLayoutMkLst>
            <pc:docMk/>
            <pc:sldMasterMk cId="314217445" sldId="2147483678"/>
            <pc:sldLayoutMk cId="3196459357" sldId="2147483685"/>
          </pc:sldLayoutMkLst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196459357" sldId="2147483685"/>
              <ac:spMk id="2" creationId="{91ED30C1-38B0-DDF3-F527-7BBDEAA097B0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196459357" sldId="2147483685"/>
              <ac:spMk id="3" creationId="{E2DADB25-5AF2-F992-F64C-BD39AAA9CE4A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196459357" sldId="2147483685"/>
              <ac:spMk id="4" creationId="{1F994C4F-A8D8-EE29-C909-6845F752DA0C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196459357" sldId="2147483685"/>
              <ac:spMk id="8" creationId="{62A9A60D-2DF8-D008-9EE6-25C637FA4452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196459357" sldId="2147483685"/>
              <ac:spMk id="9" creationId="{B706000A-5B71-53A7-9173-37A6435E98CB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3196459357" sldId="2147483685"/>
              <ac:spMk id="13" creationId="{31F3EAD6-533B-4717-75B4-FB4AFB2EC058}"/>
            </ac:spMkLst>
          </pc:s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3196459357" sldId="2147483685"/>
              <ac:grpSpMk id="10" creationId="{41374A7D-7605-F10D-39C4-C91E5462C0A2}"/>
            </ac:grpSpMkLst>
          </pc:grpChg>
        </pc:sldLayoutChg>
        <pc:sldLayoutChg chg="addSp">
          <pc:chgData name="SRINATH PODETI" userId="b22fe1a57f803bd6" providerId="LiveId" clId="{53F3F1FA-36B9-4033-A34F-48FCB2288AF9}" dt="2026-03-12T13:24:28.799" v="83"/>
          <pc:sldLayoutMkLst>
            <pc:docMk/>
            <pc:sldMasterMk cId="314217445" sldId="2147483678"/>
            <pc:sldLayoutMk cId="4150855142" sldId="2147483686"/>
          </pc:sldLayoutMkLst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50855142" sldId="2147483686"/>
              <ac:spMk id="8" creationId="{EECB8E9B-7CE1-1D9C-4FB2-2761E7F4E69D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50855142" sldId="2147483686"/>
              <ac:spMk id="9" creationId="{4972E0BE-857F-6722-E160-D22A7EF54D81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50855142" sldId="2147483686"/>
              <ac:spMk id="10" creationId="{97F6B63D-1AEA-8F5C-0F20-8A6581DA546A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50855142" sldId="2147483686"/>
              <ac:spMk id="11" creationId="{DC063F7B-41D7-F4C2-D282-BE854F7225F9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50855142" sldId="2147483686"/>
              <ac:spMk id="12" creationId="{76974F06-C584-F636-EEA7-F2CB2BD88610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4150855142" sldId="2147483686"/>
              <ac:spMk id="19" creationId="{3D3A0763-A042-E105-23A4-DCF22ED2CF46}"/>
            </ac:spMkLst>
          </pc:s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4150855142" sldId="2147483686"/>
              <ac:grpSpMk id="13" creationId="{D24E595F-68F4-D242-A1B6-C713D0A8BBD9}"/>
            </ac:grpSpMkLst>
          </pc:gr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4150855142" sldId="2147483686"/>
              <ac:grpSpMk id="16" creationId="{1EA3CE22-C832-907E-55A5-AE368BC75624}"/>
            </ac:grpSpMkLst>
          </pc:grpChg>
        </pc:sldLayoutChg>
        <pc:sldLayoutChg chg="addSp">
          <pc:chgData name="SRINATH PODETI" userId="b22fe1a57f803bd6" providerId="LiveId" clId="{53F3F1FA-36B9-4033-A34F-48FCB2288AF9}" dt="2026-03-12T13:24:28.799" v="83"/>
          <pc:sldLayoutMkLst>
            <pc:docMk/>
            <pc:sldMasterMk cId="314217445" sldId="2147483678"/>
            <pc:sldLayoutMk cId="1556045659" sldId="2147483687"/>
          </pc:sldLayoutMkLst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556045659" sldId="2147483687"/>
              <ac:spMk id="8" creationId="{3C950419-7BB8-DA23-358A-DBC664D064BE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556045659" sldId="2147483687"/>
              <ac:spMk id="9" creationId="{3E68D823-AAB4-549A-3F4C-18CF95F3BA6F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556045659" sldId="2147483687"/>
              <ac:spMk id="10" creationId="{748125B0-D46B-C164-C89F-77B4D29398B8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556045659" sldId="2147483687"/>
              <ac:spMk id="11" creationId="{8B0B3E04-F712-6979-E6C5-3CB3F9BA7748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556045659" sldId="2147483687"/>
              <ac:spMk id="12" creationId="{826F1C31-DA05-6CAB-B7D5-82426BB67FF6}"/>
            </ac:spMkLst>
          </pc:spChg>
          <pc:spChg chg="add">
            <ac:chgData name="SRINATH PODETI" userId="b22fe1a57f803bd6" providerId="LiveId" clId="{53F3F1FA-36B9-4033-A34F-48FCB2288AF9}" dt="2026-03-12T13:24:28.799" v="83"/>
            <ac:spMkLst>
              <pc:docMk/>
              <pc:sldMasterMk cId="314217445" sldId="2147483678"/>
              <pc:sldLayoutMk cId="1556045659" sldId="2147483687"/>
              <ac:spMk id="19" creationId="{B987B58B-D92E-A0A9-1715-13C6C8D9F4CA}"/>
            </ac:spMkLst>
          </pc:s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1556045659" sldId="2147483687"/>
              <ac:grpSpMk id="13" creationId="{D02427F1-7893-D6F5-6E59-E4FBB6940E11}"/>
            </ac:grpSpMkLst>
          </pc:grpChg>
          <pc:grpChg chg="add">
            <ac:chgData name="SRINATH PODETI" userId="b22fe1a57f803bd6" providerId="LiveId" clId="{53F3F1FA-36B9-4033-A34F-48FCB2288AF9}" dt="2026-03-12T13:24:28.799" v="83"/>
            <ac:grpSpMkLst>
              <pc:docMk/>
              <pc:sldMasterMk cId="314217445" sldId="2147483678"/>
              <pc:sldLayoutMk cId="1556045659" sldId="2147483687"/>
              <ac:grpSpMk id="16" creationId="{FE27FF7E-C868-38E6-3A67-0A7AA4603718}"/>
            </ac:grpSpMkLst>
          </pc:grpChg>
        </pc:sldLayoutChg>
      </pc:sldMasterChg>
      <pc:sldMasterChg chg="addSp modSldLayout">
        <pc:chgData name="SRINATH PODETI" userId="b22fe1a57f803bd6" providerId="LiveId" clId="{53F3F1FA-36B9-4033-A34F-48FCB2288AF9}" dt="2026-03-12T13:27:01.365" v="98"/>
        <pc:sldMasterMkLst>
          <pc:docMk/>
          <pc:sldMasterMk cId="957732044" sldId="2147483678"/>
        </pc:sldMasterMkLst>
        <pc:spChg chg="add">
          <ac:chgData name="SRINATH PODETI" userId="b22fe1a57f803bd6" providerId="LiveId" clId="{53F3F1FA-36B9-4033-A34F-48FCB2288AF9}" dt="2026-03-12T13:27:01.365" v="98"/>
          <ac:spMkLst>
            <pc:docMk/>
            <pc:sldMasterMk cId="957732044" sldId="2147483678"/>
            <ac:spMk id="7" creationId="{52CAEB9E-2ACE-D192-789D-A693F4A06582}"/>
          </ac:spMkLst>
        </pc:spChg>
        <pc:spChg chg="add">
          <ac:chgData name="SRINATH PODETI" userId="b22fe1a57f803bd6" providerId="LiveId" clId="{53F3F1FA-36B9-4033-A34F-48FCB2288AF9}" dt="2026-03-12T13:27:01.365" v="98"/>
          <ac:spMkLst>
            <pc:docMk/>
            <pc:sldMasterMk cId="957732044" sldId="2147483678"/>
            <ac:spMk id="8" creationId="{F1D438AC-119B-D8E9-290A-C27946865EC5}"/>
          </ac:spMkLst>
        </pc:spChg>
        <pc:spChg chg="add">
          <ac:chgData name="SRINATH PODETI" userId="b22fe1a57f803bd6" providerId="LiveId" clId="{53F3F1FA-36B9-4033-A34F-48FCB2288AF9}" dt="2026-03-12T13:27:01.365" v="98"/>
          <ac:spMkLst>
            <pc:docMk/>
            <pc:sldMasterMk cId="957732044" sldId="2147483678"/>
            <ac:spMk id="9" creationId="{40D78C16-CD41-5743-461D-96E3CD90B5DD}"/>
          </ac:spMkLst>
        </pc:spChg>
        <pc:spChg chg="add">
          <ac:chgData name="SRINATH PODETI" userId="b22fe1a57f803bd6" providerId="LiveId" clId="{53F3F1FA-36B9-4033-A34F-48FCB2288AF9}" dt="2026-03-12T13:27:01.365" v="98"/>
          <ac:spMkLst>
            <pc:docMk/>
            <pc:sldMasterMk cId="957732044" sldId="2147483678"/>
            <ac:spMk id="10" creationId="{BECD4435-7235-0ABD-2D81-BE99610CDF5D}"/>
          </ac:spMkLst>
        </pc:spChg>
        <pc:spChg chg="add">
          <ac:chgData name="SRINATH PODETI" userId="b22fe1a57f803bd6" providerId="LiveId" clId="{53F3F1FA-36B9-4033-A34F-48FCB2288AF9}" dt="2026-03-12T13:27:01.365" v="98"/>
          <ac:spMkLst>
            <pc:docMk/>
            <pc:sldMasterMk cId="957732044" sldId="2147483678"/>
            <ac:spMk id="11" creationId="{63E75093-2E3C-171F-226A-545AA6397F0B}"/>
          </ac:spMkLst>
        </pc:spChg>
        <pc:spChg chg="add">
          <ac:chgData name="SRINATH PODETI" userId="b22fe1a57f803bd6" providerId="LiveId" clId="{53F3F1FA-36B9-4033-A34F-48FCB2288AF9}" dt="2026-03-12T13:27:01.365" v="98"/>
          <ac:spMkLst>
            <pc:docMk/>
            <pc:sldMasterMk cId="957732044" sldId="2147483678"/>
            <ac:spMk id="12" creationId="{03F919F7-3426-1880-FA66-9DCC4F7FC999}"/>
          </ac:spMkLst>
        </pc:spChg>
        <pc:spChg chg="add">
          <ac:chgData name="SRINATH PODETI" userId="b22fe1a57f803bd6" providerId="LiveId" clId="{53F3F1FA-36B9-4033-A34F-48FCB2288AF9}" dt="2026-03-12T13:27:01.365" v="98"/>
          <ac:spMkLst>
            <pc:docMk/>
            <pc:sldMasterMk cId="957732044" sldId="2147483678"/>
            <ac:spMk id="19" creationId="{30E441FE-69B4-A041-64DB-49D548C65560}"/>
          </ac:spMkLst>
        </pc:spChg>
        <pc:spChg chg="add">
          <ac:chgData name="SRINATH PODETI" userId="b22fe1a57f803bd6" providerId="LiveId" clId="{53F3F1FA-36B9-4033-A34F-48FCB2288AF9}" dt="2026-03-12T13:27:01.365" v="98"/>
          <ac:spMkLst>
            <pc:docMk/>
            <pc:sldMasterMk cId="957732044" sldId="2147483678"/>
            <ac:spMk id="20" creationId="{5B2AADF3-1E49-A8DA-4495-46E960D9BC67}"/>
          </ac:spMkLst>
        </pc:spChg>
        <pc:grpChg chg="add">
          <ac:chgData name="SRINATH PODETI" userId="b22fe1a57f803bd6" providerId="LiveId" clId="{53F3F1FA-36B9-4033-A34F-48FCB2288AF9}" dt="2026-03-12T13:27:01.365" v="98"/>
          <ac:grpSpMkLst>
            <pc:docMk/>
            <pc:sldMasterMk cId="957732044" sldId="2147483678"/>
            <ac:grpSpMk id="13" creationId="{9ED34073-D114-8F90-C967-C925FCFC0AF9}"/>
          </ac:grpSpMkLst>
        </pc:grpChg>
        <pc:grpChg chg="add">
          <ac:chgData name="SRINATH PODETI" userId="b22fe1a57f803bd6" providerId="LiveId" clId="{53F3F1FA-36B9-4033-A34F-48FCB2288AF9}" dt="2026-03-12T13:27:01.365" v="98"/>
          <ac:grpSpMkLst>
            <pc:docMk/>
            <pc:sldMasterMk cId="957732044" sldId="2147483678"/>
            <ac:grpSpMk id="16" creationId="{76EDD4E0-100A-0250-984C-575948D715C0}"/>
          </ac:grpSpMkLst>
        </pc:grpChg>
        <pc:sldLayoutChg chg="addSp">
          <pc:chgData name="SRINATH PODETI" userId="b22fe1a57f803bd6" providerId="LiveId" clId="{53F3F1FA-36B9-4033-A34F-48FCB2288AF9}" dt="2026-03-12T13:27:01.365" v="98"/>
          <pc:sldLayoutMkLst>
            <pc:docMk/>
            <pc:sldMasterMk cId="957732044" sldId="2147483678"/>
            <pc:sldLayoutMk cId="1743544730" sldId="2147483679"/>
          </pc:sldLayoutMkLst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743544730" sldId="2147483679"/>
              <ac:spMk id="7" creationId="{33CBD47C-72AB-8671-85B9-D1926FBCAB9B}"/>
            </ac:spMkLst>
          </pc:s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1743544730" sldId="2147483679"/>
              <ac:grpSpMk id="8" creationId="{484AC4D4-D514-211A-81E9-0DC30A3EECA4}"/>
            </ac:grpSpMkLst>
          </pc:grpChg>
        </pc:sldLayoutChg>
        <pc:sldLayoutChg chg="addSp">
          <pc:chgData name="SRINATH PODETI" userId="b22fe1a57f803bd6" providerId="LiveId" clId="{53F3F1FA-36B9-4033-A34F-48FCB2288AF9}" dt="2026-03-12T13:27:01.365" v="98"/>
          <pc:sldLayoutMkLst>
            <pc:docMk/>
            <pc:sldMasterMk cId="957732044" sldId="2147483678"/>
            <pc:sldLayoutMk cId="3110735097" sldId="2147483680"/>
          </pc:sldLayoutMkLst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10735097" sldId="2147483680"/>
              <ac:spMk id="7" creationId="{FA73CD12-6BFE-F028-1F40-A9DD847B8205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10735097" sldId="2147483680"/>
              <ac:spMk id="8" creationId="{2CCBC2E6-210F-AEAB-49CB-2AF25333CFD0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10735097" sldId="2147483680"/>
              <ac:spMk id="9" creationId="{58075672-AEDA-5908-DA48-294F25CC846D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10735097" sldId="2147483680"/>
              <ac:spMk id="10" creationId="{0B170C6C-D278-150D-14AF-9E096C52A906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10735097" sldId="2147483680"/>
              <ac:spMk id="11" creationId="{F84CE146-3FE4-2B3A-26D8-6A9A04BF00F3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10735097" sldId="2147483680"/>
              <ac:spMk id="18" creationId="{75E8EF2C-2667-49E4-CD4A-BFD7259062C7}"/>
            </ac:spMkLst>
          </pc:s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3110735097" sldId="2147483680"/>
              <ac:grpSpMk id="12" creationId="{86B67C44-09ED-5C84-4C24-7071E280E272}"/>
            </ac:grpSpMkLst>
          </pc:gr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3110735097" sldId="2147483680"/>
              <ac:grpSpMk id="15" creationId="{BB7FABC0-B932-2982-DDF4-C9EACF799572}"/>
            </ac:grpSpMkLst>
          </pc:grpChg>
        </pc:sldLayoutChg>
        <pc:sldLayoutChg chg="addSp">
          <pc:chgData name="SRINATH PODETI" userId="b22fe1a57f803bd6" providerId="LiveId" clId="{53F3F1FA-36B9-4033-A34F-48FCB2288AF9}" dt="2026-03-12T13:27:01.365" v="98"/>
          <pc:sldLayoutMkLst>
            <pc:docMk/>
            <pc:sldMasterMk cId="957732044" sldId="2147483678"/>
            <pc:sldLayoutMk cId="3102807854" sldId="2147483681"/>
          </pc:sldLayoutMkLst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02807854" sldId="2147483681"/>
              <ac:spMk id="7" creationId="{7E5FA042-D9AC-E6DE-D6E7-0176426B7E69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02807854" sldId="2147483681"/>
              <ac:spMk id="8" creationId="{0B247696-C4F9-E883-2BE2-878E4AB2C438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02807854" sldId="2147483681"/>
              <ac:spMk id="9" creationId="{C90DC381-44F5-4204-0E28-83036FBB8CA9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02807854" sldId="2147483681"/>
              <ac:spMk id="10" creationId="{31855D52-2CE8-87F8-4022-D59CCA9ED85C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02807854" sldId="2147483681"/>
              <ac:spMk id="11" creationId="{EF37A400-DAE9-12A2-30B7-8330D087F384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02807854" sldId="2147483681"/>
              <ac:spMk id="12" creationId="{D3E41675-FE23-8AB5-10C6-063A631E32CD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02807854" sldId="2147483681"/>
              <ac:spMk id="13" creationId="{8ABCDCFE-2473-0092-8625-E417FED7958A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02807854" sldId="2147483681"/>
              <ac:spMk id="14" creationId="{026A2A0C-47BC-517C-6E21-3E1CCD7E3544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102807854" sldId="2147483681"/>
              <ac:spMk id="15" creationId="{544BEF44-978C-CB77-D96E-16A5820B6246}"/>
            </ac:spMkLst>
          </pc:s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3102807854" sldId="2147483681"/>
              <ac:grpSpMk id="16" creationId="{D01A29EB-8FC0-F2F6-17FD-8094181C652C}"/>
            </ac:grpSpMkLst>
          </pc:grpChg>
        </pc:sldLayoutChg>
        <pc:sldLayoutChg chg="addSp">
          <pc:chgData name="SRINATH PODETI" userId="b22fe1a57f803bd6" providerId="LiveId" clId="{53F3F1FA-36B9-4033-A34F-48FCB2288AF9}" dt="2026-03-12T13:27:01.365" v="98"/>
          <pc:sldLayoutMkLst>
            <pc:docMk/>
            <pc:sldMasterMk cId="957732044" sldId="2147483678"/>
            <pc:sldLayoutMk cId="1790377260" sldId="2147483682"/>
          </pc:sldLayoutMkLst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790377260" sldId="2147483682"/>
              <ac:spMk id="8" creationId="{4D140E7A-6019-76D7-9F5C-0DB52156D279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790377260" sldId="2147483682"/>
              <ac:spMk id="9" creationId="{FDEE65A3-947E-5E97-7CFD-9B6D28ADCD39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790377260" sldId="2147483682"/>
              <ac:spMk id="10" creationId="{8D05ADDA-180F-4AE2-027E-DF867D9C788A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790377260" sldId="2147483682"/>
              <ac:spMk id="11" creationId="{4EF6CCEB-208F-741E-86AF-C2804F79547D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790377260" sldId="2147483682"/>
              <ac:spMk id="12" creationId="{1200C985-A54A-3436-2FB4-6A6511AF45D9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790377260" sldId="2147483682"/>
              <ac:spMk id="19" creationId="{7CC74FC2-91D3-BF9C-0121-37D1759DA661}"/>
            </ac:spMkLst>
          </pc:s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1790377260" sldId="2147483682"/>
              <ac:grpSpMk id="13" creationId="{07725033-8D62-98AC-2EA7-4A7E4EAF6DBE}"/>
            </ac:grpSpMkLst>
          </pc:gr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1790377260" sldId="2147483682"/>
              <ac:grpSpMk id="16" creationId="{564609A1-4552-7416-A2B9-66C29826D21F}"/>
            </ac:grpSpMkLst>
          </pc:grpChg>
        </pc:sldLayoutChg>
        <pc:sldLayoutChg chg="addSp">
          <pc:chgData name="SRINATH PODETI" userId="b22fe1a57f803bd6" providerId="LiveId" clId="{53F3F1FA-36B9-4033-A34F-48FCB2288AF9}" dt="2026-03-12T13:27:01.365" v="98"/>
          <pc:sldLayoutMkLst>
            <pc:docMk/>
            <pc:sldMasterMk cId="957732044" sldId="2147483678"/>
            <pc:sldLayoutMk cId="296256624" sldId="2147483683"/>
          </pc:sldLayoutMkLst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96256624" sldId="2147483683"/>
              <ac:spMk id="10" creationId="{3E8118D9-5A37-EADE-38B0-536B4126EFE5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96256624" sldId="2147483683"/>
              <ac:spMk id="11" creationId="{F32DFEB8-A47A-A535-AE52-9179D42A98E1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96256624" sldId="2147483683"/>
              <ac:spMk id="12" creationId="{0BA984E9-990F-8656-79F6-D269D2D512A6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96256624" sldId="2147483683"/>
              <ac:spMk id="13" creationId="{5A1E55F1-20D4-0A93-BE3F-DB13D2876E2E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96256624" sldId="2147483683"/>
              <ac:spMk id="14" creationId="{DCA02EAC-2076-BA37-54C8-747321E9F3EB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96256624" sldId="2147483683"/>
              <ac:spMk id="21" creationId="{076AF408-519B-A615-33AD-EA3CE9AEB822}"/>
            </ac:spMkLst>
          </pc:s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296256624" sldId="2147483683"/>
              <ac:grpSpMk id="15" creationId="{09ABED8C-D326-9CDC-0BE8-12FB83ABC24D}"/>
            </ac:grpSpMkLst>
          </pc:gr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296256624" sldId="2147483683"/>
              <ac:grpSpMk id="18" creationId="{1C1FF643-FBEC-DC31-85C2-8713A0EE538C}"/>
            </ac:grpSpMkLst>
          </pc:grpChg>
        </pc:sldLayoutChg>
        <pc:sldLayoutChg chg="addSp">
          <pc:chgData name="SRINATH PODETI" userId="b22fe1a57f803bd6" providerId="LiveId" clId="{53F3F1FA-36B9-4033-A34F-48FCB2288AF9}" dt="2026-03-12T13:27:01.365" v="98"/>
          <pc:sldLayoutMkLst>
            <pc:docMk/>
            <pc:sldMasterMk cId="957732044" sldId="2147483678"/>
            <pc:sldLayoutMk cId="3365072673" sldId="2147483684"/>
          </pc:sldLayoutMkLst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365072673" sldId="2147483684"/>
              <ac:spMk id="6" creationId="{450F6189-43A4-86CB-146C-3D0EC7C8F536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365072673" sldId="2147483684"/>
              <ac:spMk id="7" creationId="{8BA4BFF3-4AAD-1660-FA67-DD5AE7FAEF74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365072673" sldId="2147483684"/>
              <ac:spMk id="8" creationId="{A3B309CB-A125-0424-BCEC-893F6C973B2A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365072673" sldId="2147483684"/>
              <ac:spMk id="9" creationId="{DB3221DD-B2F1-18B3-E7B3-F1412BCB9A79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365072673" sldId="2147483684"/>
              <ac:spMk id="10" creationId="{BD459DE4-AA8B-47AC-2CE4-CC112ACE0FEE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3365072673" sldId="2147483684"/>
              <ac:spMk id="17" creationId="{87A9F28C-A356-0525-35DB-DD4CFC430377}"/>
            </ac:spMkLst>
          </pc:s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3365072673" sldId="2147483684"/>
              <ac:grpSpMk id="11" creationId="{439C0268-2F64-187E-EE0F-D3F739E6509E}"/>
            </ac:grpSpMkLst>
          </pc:gr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3365072673" sldId="2147483684"/>
              <ac:grpSpMk id="14" creationId="{A25D7B60-52D5-0793-2993-5233585F48EF}"/>
            </ac:grpSpMkLst>
          </pc:grpChg>
        </pc:sldLayoutChg>
        <pc:sldLayoutChg chg="addSp">
          <pc:chgData name="SRINATH PODETI" userId="b22fe1a57f803bd6" providerId="LiveId" clId="{53F3F1FA-36B9-4033-A34F-48FCB2288AF9}" dt="2026-03-12T13:27:01.365" v="98"/>
          <pc:sldLayoutMkLst>
            <pc:docMk/>
            <pc:sldMasterMk cId="957732044" sldId="2147483678"/>
            <pc:sldLayoutMk cId="1577131472" sldId="2147483685"/>
          </pc:sldLayoutMkLst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577131472" sldId="2147483685"/>
              <ac:spMk id="5" creationId="{9C48E10F-9268-553E-E8C4-1FBF08581653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577131472" sldId="2147483685"/>
              <ac:spMk id="6" creationId="{B07C866A-DA50-182E-4EA7-C33EC17CDAFE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577131472" sldId="2147483685"/>
              <ac:spMk id="7" creationId="{C1557ABA-EEEC-FE0D-BFA4-02AB9A27C9B1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577131472" sldId="2147483685"/>
              <ac:spMk id="8" creationId="{05786AB3-6DA5-4B06-6F71-82B34631517F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577131472" sldId="2147483685"/>
              <ac:spMk id="9" creationId="{0401B409-9404-F5F6-2198-79A002CB7730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577131472" sldId="2147483685"/>
              <ac:spMk id="13" creationId="{EC4F37DC-51E8-9921-B8F5-9ADF3DE4FEC3}"/>
            </ac:spMkLst>
          </pc:s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1577131472" sldId="2147483685"/>
              <ac:grpSpMk id="10" creationId="{3C3646B7-6BD7-6F15-B5E8-B3893353F2A9}"/>
            </ac:grpSpMkLst>
          </pc:grpChg>
        </pc:sldLayoutChg>
        <pc:sldLayoutChg chg="addSp">
          <pc:chgData name="SRINATH PODETI" userId="b22fe1a57f803bd6" providerId="LiveId" clId="{53F3F1FA-36B9-4033-A34F-48FCB2288AF9}" dt="2026-03-12T13:27:01.365" v="98"/>
          <pc:sldLayoutMkLst>
            <pc:docMk/>
            <pc:sldMasterMk cId="957732044" sldId="2147483678"/>
            <pc:sldLayoutMk cId="2869337421" sldId="2147483686"/>
          </pc:sldLayoutMkLst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869337421" sldId="2147483686"/>
              <ac:spMk id="8" creationId="{79D3E054-8780-3C40-89D5-E4604A47100B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869337421" sldId="2147483686"/>
              <ac:spMk id="9" creationId="{81BDD05F-C929-258E-9CB8-318E8B63AFDE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869337421" sldId="2147483686"/>
              <ac:spMk id="10" creationId="{9551E869-5EE7-9625-86D1-F58BE96BE9C8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869337421" sldId="2147483686"/>
              <ac:spMk id="11" creationId="{1F2F1FC2-F8AD-88BA-D9FC-201CC669A96B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869337421" sldId="2147483686"/>
              <ac:spMk id="12" creationId="{9485B42E-EF1A-A7DB-C324-612EBAF3C8FE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2869337421" sldId="2147483686"/>
              <ac:spMk id="19" creationId="{C71DAC4F-B0E7-E1B9-7167-D5C235FF4D77}"/>
            </ac:spMkLst>
          </pc:s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2869337421" sldId="2147483686"/>
              <ac:grpSpMk id="13" creationId="{9B5328EB-B62B-B98F-CA25-22647FBE91BE}"/>
            </ac:grpSpMkLst>
          </pc:gr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2869337421" sldId="2147483686"/>
              <ac:grpSpMk id="16" creationId="{3EE5850C-E4E0-5992-DDA5-C010D3889FFA}"/>
            </ac:grpSpMkLst>
          </pc:grpChg>
        </pc:sldLayoutChg>
        <pc:sldLayoutChg chg="addSp">
          <pc:chgData name="SRINATH PODETI" userId="b22fe1a57f803bd6" providerId="LiveId" clId="{53F3F1FA-36B9-4033-A34F-48FCB2288AF9}" dt="2026-03-12T13:27:01.365" v="98"/>
          <pc:sldLayoutMkLst>
            <pc:docMk/>
            <pc:sldMasterMk cId="957732044" sldId="2147483678"/>
            <pc:sldLayoutMk cId="1122892029" sldId="2147483687"/>
          </pc:sldLayoutMkLst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122892029" sldId="2147483687"/>
              <ac:spMk id="3" creationId="{E0877474-596B-9DFE-A4AB-5F43EEF467CD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122892029" sldId="2147483687"/>
              <ac:spMk id="8" creationId="{D0D4776B-7F49-C76D-24B0-A1270BC4CF62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122892029" sldId="2147483687"/>
              <ac:spMk id="9" creationId="{D8E872FB-E2DB-FE9C-379A-C09516A27627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122892029" sldId="2147483687"/>
              <ac:spMk id="10" creationId="{BEF104D8-97EA-F08A-9A93-4E4209C62CB4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122892029" sldId="2147483687"/>
              <ac:spMk id="11" creationId="{83922AC2-E01B-4914-C326-432D32582838}"/>
            </ac:spMkLst>
          </pc:spChg>
          <pc:spChg chg="add">
            <ac:chgData name="SRINATH PODETI" userId="b22fe1a57f803bd6" providerId="LiveId" clId="{53F3F1FA-36B9-4033-A34F-48FCB2288AF9}" dt="2026-03-12T13:27:01.365" v="98"/>
            <ac:spMkLst>
              <pc:docMk/>
              <pc:sldMasterMk cId="957732044" sldId="2147483678"/>
              <pc:sldLayoutMk cId="1122892029" sldId="2147483687"/>
              <ac:spMk id="19" creationId="{A508CD89-1675-F415-5B32-C5A3278F6ABE}"/>
            </ac:spMkLst>
          </pc:s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1122892029" sldId="2147483687"/>
              <ac:grpSpMk id="12" creationId="{F9C56AC8-0D05-68B9-46CE-8E1EAB710351}"/>
            </ac:grpSpMkLst>
          </pc:grpChg>
          <pc:grpChg chg="add">
            <ac:chgData name="SRINATH PODETI" userId="b22fe1a57f803bd6" providerId="LiveId" clId="{53F3F1FA-36B9-4033-A34F-48FCB2288AF9}" dt="2026-03-12T13:27:01.365" v="98"/>
            <ac:grpSpMkLst>
              <pc:docMk/>
              <pc:sldMasterMk cId="957732044" sldId="2147483678"/>
              <pc:sldLayoutMk cId="1122892029" sldId="2147483687"/>
              <ac:grpSpMk id="16" creationId="{01FEB979-32AD-2FE5-C78B-5498B82E22CA}"/>
            </ac:grpSpMkLst>
          </pc:grpChg>
        </pc:sldLayoutChg>
      </pc:sldMasterChg>
      <pc:sldMasterChg chg="addSp modSldLayout">
        <pc:chgData name="SRINATH PODETI" userId="b22fe1a57f803bd6" providerId="LiveId" clId="{53F3F1FA-36B9-4033-A34F-48FCB2288AF9}" dt="2026-03-12T13:24:31.309" v="84"/>
        <pc:sldMasterMkLst>
          <pc:docMk/>
          <pc:sldMasterMk cId="3425610017" sldId="2147483700"/>
        </pc:sldMasterMkLst>
        <pc:spChg chg="add">
          <ac:chgData name="SRINATH PODETI" userId="b22fe1a57f803bd6" providerId="LiveId" clId="{53F3F1FA-36B9-4033-A34F-48FCB2288AF9}" dt="2026-03-12T13:24:31.309" v="84"/>
          <ac:spMkLst>
            <pc:docMk/>
            <pc:sldMasterMk cId="3425610017" sldId="2147483700"/>
            <ac:spMk id="7" creationId="{96BDDA30-D217-D303-EED1-4497206A2D07}"/>
          </ac:spMkLst>
        </pc:spChg>
        <pc:spChg chg="add">
          <ac:chgData name="SRINATH PODETI" userId="b22fe1a57f803bd6" providerId="LiveId" clId="{53F3F1FA-36B9-4033-A34F-48FCB2288AF9}" dt="2026-03-12T13:24:31.309" v="84"/>
          <ac:spMkLst>
            <pc:docMk/>
            <pc:sldMasterMk cId="3425610017" sldId="2147483700"/>
            <ac:spMk id="8" creationId="{23229A9F-9E3A-5CAF-FA92-1A8F694BCABF}"/>
          </ac:spMkLst>
        </pc:spChg>
        <pc:spChg chg="add">
          <ac:chgData name="SRINATH PODETI" userId="b22fe1a57f803bd6" providerId="LiveId" clId="{53F3F1FA-36B9-4033-A34F-48FCB2288AF9}" dt="2026-03-12T13:24:31.309" v="84"/>
          <ac:spMkLst>
            <pc:docMk/>
            <pc:sldMasterMk cId="3425610017" sldId="2147483700"/>
            <ac:spMk id="9" creationId="{883716D7-2817-AC61-E641-25348BB43FC1}"/>
          </ac:spMkLst>
        </pc:spChg>
        <pc:spChg chg="add">
          <ac:chgData name="SRINATH PODETI" userId="b22fe1a57f803bd6" providerId="LiveId" clId="{53F3F1FA-36B9-4033-A34F-48FCB2288AF9}" dt="2026-03-12T13:24:31.309" v="84"/>
          <ac:spMkLst>
            <pc:docMk/>
            <pc:sldMasterMk cId="3425610017" sldId="2147483700"/>
            <ac:spMk id="10" creationId="{81B569AF-081A-8E6F-A2C4-8FAFD767C35C}"/>
          </ac:spMkLst>
        </pc:spChg>
        <pc:spChg chg="add">
          <ac:chgData name="SRINATH PODETI" userId="b22fe1a57f803bd6" providerId="LiveId" clId="{53F3F1FA-36B9-4033-A34F-48FCB2288AF9}" dt="2026-03-12T13:24:31.309" v="84"/>
          <ac:spMkLst>
            <pc:docMk/>
            <pc:sldMasterMk cId="3425610017" sldId="2147483700"/>
            <ac:spMk id="11" creationId="{53CF69E4-C43D-5345-32D4-DA7B0E52BF50}"/>
          </ac:spMkLst>
        </pc:spChg>
        <pc:spChg chg="add">
          <ac:chgData name="SRINATH PODETI" userId="b22fe1a57f803bd6" providerId="LiveId" clId="{53F3F1FA-36B9-4033-A34F-48FCB2288AF9}" dt="2026-03-12T13:24:31.309" v="84"/>
          <ac:spMkLst>
            <pc:docMk/>
            <pc:sldMasterMk cId="3425610017" sldId="2147483700"/>
            <ac:spMk id="12" creationId="{865CF165-E9D2-4ABF-B6AF-BA92ACBBE2C1}"/>
          </ac:spMkLst>
        </pc:spChg>
        <pc:spChg chg="add">
          <ac:chgData name="SRINATH PODETI" userId="b22fe1a57f803bd6" providerId="LiveId" clId="{53F3F1FA-36B9-4033-A34F-48FCB2288AF9}" dt="2026-03-12T13:24:31.309" v="84"/>
          <ac:spMkLst>
            <pc:docMk/>
            <pc:sldMasterMk cId="3425610017" sldId="2147483700"/>
            <ac:spMk id="19" creationId="{4A580337-075B-37A7-B845-B85C0EDB31AB}"/>
          </ac:spMkLst>
        </pc:spChg>
        <pc:spChg chg="add">
          <ac:chgData name="SRINATH PODETI" userId="b22fe1a57f803bd6" providerId="LiveId" clId="{53F3F1FA-36B9-4033-A34F-48FCB2288AF9}" dt="2026-03-12T13:24:31.309" v="84"/>
          <ac:spMkLst>
            <pc:docMk/>
            <pc:sldMasterMk cId="3425610017" sldId="2147483700"/>
            <ac:spMk id="20" creationId="{CBF1173E-6AB3-9B22-8B0C-86B7B6B4C40D}"/>
          </ac:spMkLst>
        </pc:spChg>
        <pc:grpChg chg="add">
          <ac:chgData name="SRINATH PODETI" userId="b22fe1a57f803bd6" providerId="LiveId" clId="{53F3F1FA-36B9-4033-A34F-48FCB2288AF9}" dt="2026-03-12T13:24:31.309" v="84"/>
          <ac:grpSpMkLst>
            <pc:docMk/>
            <pc:sldMasterMk cId="3425610017" sldId="2147483700"/>
            <ac:grpSpMk id="13" creationId="{3BE6722E-B590-8D38-E62A-D6B00D2687F3}"/>
          </ac:grpSpMkLst>
        </pc:grpChg>
        <pc:grpChg chg="add">
          <ac:chgData name="SRINATH PODETI" userId="b22fe1a57f803bd6" providerId="LiveId" clId="{53F3F1FA-36B9-4033-A34F-48FCB2288AF9}" dt="2026-03-12T13:24:31.309" v="84"/>
          <ac:grpSpMkLst>
            <pc:docMk/>
            <pc:sldMasterMk cId="3425610017" sldId="2147483700"/>
            <ac:grpSpMk id="16" creationId="{4B2AE9FB-4951-5D89-6F98-889BD229DF5C}"/>
          </ac:grpSpMkLst>
        </pc:grpChg>
        <pc:sldLayoutChg chg="addSp">
          <pc:chgData name="SRINATH PODETI" userId="b22fe1a57f803bd6" providerId="LiveId" clId="{53F3F1FA-36B9-4033-A34F-48FCB2288AF9}" dt="2026-03-12T13:24:31.309" v="84"/>
          <pc:sldLayoutMkLst>
            <pc:docMk/>
            <pc:sldMasterMk cId="3425610017" sldId="2147483700"/>
            <pc:sldLayoutMk cId="3366465734" sldId="2147483701"/>
          </pc:sldLayoutMkLst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3366465734" sldId="2147483701"/>
              <ac:spMk id="7" creationId="{1B3AFFA8-C380-9014-04F2-882047B92AA6}"/>
            </ac:spMkLst>
          </pc:s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3366465734" sldId="2147483701"/>
              <ac:grpSpMk id="8" creationId="{19B20CB6-402C-C862-D36F-1B7383359146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1.309" v="84"/>
          <pc:sldLayoutMkLst>
            <pc:docMk/>
            <pc:sldMasterMk cId="3425610017" sldId="2147483700"/>
            <pc:sldLayoutMk cId="2932220010" sldId="2147483702"/>
          </pc:sldLayoutMkLst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932220010" sldId="2147483702"/>
              <ac:spMk id="7" creationId="{884A6714-FAA3-5949-5BF7-0560522EE193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932220010" sldId="2147483702"/>
              <ac:spMk id="8" creationId="{716A663D-41A9-D7A4-F191-07010A528B63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932220010" sldId="2147483702"/>
              <ac:spMk id="9" creationId="{E2D313E2-7ACC-37C5-2646-4410D8DF3D29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932220010" sldId="2147483702"/>
              <ac:spMk id="10" creationId="{549CFF9F-B241-452E-7127-BE67E43F4FAD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932220010" sldId="2147483702"/>
              <ac:spMk id="11" creationId="{0D180C8B-E73E-1461-DCFB-E2BE049AC7C2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932220010" sldId="2147483702"/>
              <ac:spMk id="18" creationId="{62D6A380-3A30-82B1-90DF-C4F6F6EB17EE}"/>
            </ac:spMkLst>
          </pc:s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2932220010" sldId="2147483702"/>
              <ac:grpSpMk id="12" creationId="{E8ED9216-883A-6880-FDE4-5D6D6AF91DC1}"/>
            </ac:grpSpMkLst>
          </pc:gr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2932220010" sldId="2147483702"/>
              <ac:grpSpMk id="15" creationId="{4783C612-FB70-05C9-6A8E-85E4B34DCE66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1.309" v="84"/>
          <pc:sldLayoutMkLst>
            <pc:docMk/>
            <pc:sldMasterMk cId="3425610017" sldId="2147483700"/>
            <pc:sldLayoutMk cId="1832669314" sldId="2147483703"/>
          </pc:sldLayoutMkLst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832669314" sldId="2147483703"/>
              <ac:spMk id="7" creationId="{AC4EA0BE-0C20-B2E2-9F93-69FDB54B4CDA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832669314" sldId="2147483703"/>
              <ac:spMk id="8" creationId="{6529040E-2504-A527-C7B5-D8BA4E406C8F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832669314" sldId="2147483703"/>
              <ac:spMk id="9" creationId="{A9C8588E-FD7D-BAE5-3CBB-1D932C658D0A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832669314" sldId="2147483703"/>
              <ac:spMk id="10" creationId="{9A65CD3F-44FF-159C-1F13-1BF97F041322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832669314" sldId="2147483703"/>
              <ac:spMk id="11" creationId="{2B6531B2-FAAD-5710-B5F3-7E4699AB6951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832669314" sldId="2147483703"/>
              <ac:spMk id="12" creationId="{E62F8E7A-2EEC-67DC-9E52-63DAC946423A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832669314" sldId="2147483703"/>
              <ac:spMk id="13" creationId="{61D94939-9791-8928-0C7B-5EA600072B46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832669314" sldId="2147483703"/>
              <ac:spMk id="14" creationId="{1C0533A4-3749-7C3A-42A2-62C38536FF30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832669314" sldId="2147483703"/>
              <ac:spMk id="15" creationId="{D6EF7F6A-F9D6-2718-3D82-5D1F2AD98304}"/>
            </ac:spMkLst>
          </pc:s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1832669314" sldId="2147483703"/>
              <ac:grpSpMk id="19" creationId="{41C71447-5C04-3A28-10DF-A7BF8341AD55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1.309" v="84"/>
          <pc:sldLayoutMkLst>
            <pc:docMk/>
            <pc:sldMasterMk cId="3425610017" sldId="2147483700"/>
            <pc:sldLayoutMk cId="3566164312" sldId="2147483704"/>
          </pc:sldLayoutMkLst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3566164312" sldId="2147483704"/>
              <ac:spMk id="8" creationId="{2979C828-7B92-7B63-E3C0-E9E05F68A7DE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3566164312" sldId="2147483704"/>
              <ac:spMk id="9" creationId="{145D03CD-0078-177E-B5D4-868ED8330E4F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3566164312" sldId="2147483704"/>
              <ac:spMk id="10" creationId="{325B12C6-C012-A34C-C7F4-F84ECD34863A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3566164312" sldId="2147483704"/>
              <ac:spMk id="11" creationId="{1A354AD3-EE55-D238-C9C2-F64015634D86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3566164312" sldId="2147483704"/>
              <ac:spMk id="12" creationId="{7FD8C0D2-ED96-833C-55A5-1D1DE6C0AC60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3566164312" sldId="2147483704"/>
              <ac:spMk id="19" creationId="{76C80F56-0D49-F90D-0582-0B9BA39063ED}"/>
            </ac:spMkLst>
          </pc:s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3566164312" sldId="2147483704"/>
              <ac:grpSpMk id="13" creationId="{DD99A33D-5BD8-B383-EE1D-9B2949C03349}"/>
            </ac:grpSpMkLst>
          </pc:gr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3566164312" sldId="2147483704"/>
              <ac:grpSpMk id="16" creationId="{D34E7337-C251-2D50-5113-FFE6C348D03B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1.309" v="84"/>
          <pc:sldLayoutMkLst>
            <pc:docMk/>
            <pc:sldMasterMk cId="3425610017" sldId="2147483700"/>
            <pc:sldLayoutMk cId="112099339" sldId="2147483705"/>
          </pc:sldLayoutMkLst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12099339" sldId="2147483705"/>
              <ac:spMk id="10" creationId="{5693EC63-6A52-7EC5-2349-8ABFBA4D631F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12099339" sldId="2147483705"/>
              <ac:spMk id="11" creationId="{33E2C305-0F7C-8790-6FD0-E5C20F0C83BE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12099339" sldId="2147483705"/>
              <ac:spMk id="12" creationId="{F1CBDA9B-9A26-82B6-7925-A9FDA53A5232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12099339" sldId="2147483705"/>
              <ac:spMk id="13" creationId="{68CCB5AB-A696-4F08-86D7-750E17DEEA58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12099339" sldId="2147483705"/>
              <ac:spMk id="14" creationId="{B5D18614-05F6-D575-3FC1-71A4855D8AE6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12099339" sldId="2147483705"/>
              <ac:spMk id="21" creationId="{5AA57ADC-FE2C-AF15-75AC-2EFE1B15CB2F}"/>
            </ac:spMkLst>
          </pc:s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112099339" sldId="2147483705"/>
              <ac:grpSpMk id="15" creationId="{CFDF6971-9507-3FA0-20DB-47D767901B5A}"/>
            </ac:grpSpMkLst>
          </pc:gr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112099339" sldId="2147483705"/>
              <ac:grpSpMk id="18" creationId="{C365ACB7-9AD3-DC0E-81C6-1A3153BEE877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1.309" v="84"/>
          <pc:sldLayoutMkLst>
            <pc:docMk/>
            <pc:sldMasterMk cId="3425610017" sldId="2147483700"/>
            <pc:sldLayoutMk cId="708809007" sldId="2147483706"/>
          </pc:sldLayoutMkLst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708809007" sldId="2147483706"/>
              <ac:spMk id="6" creationId="{EB5C4B5C-E199-A371-70B6-05B473BC01C8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708809007" sldId="2147483706"/>
              <ac:spMk id="7" creationId="{385ADA20-6FE6-2A8E-6387-A50AD9333B77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708809007" sldId="2147483706"/>
              <ac:spMk id="8" creationId="{20578389-B8AC-E258-FCC5-6F1393AC2FB2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708809007" sldId="2147483706"/>
              <ac:spMk id="9" creationId="{CBF1AE5F-F17F-2828-4A18-EB17A6F7650F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708809007" sldId="2147483706"/>
              <ac:spMk id="10" creationId="{939FA50E-427A-9E83-438F-381384F71006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708809007" sldId="2147483706"/>
              <ac:spMk id="17" creationId="{1C0AE0C1-CAA9-FA3D-70CB-D9E105DF11B8}"/>
            </ac:spMkLst>
          </pc:s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708809007" sldId="2147483706"/>
              <ac:grpSpMk id="11" creationId="{0A62555F-B058-1CA5-3019-C8E77CA6AD6B}"/>
            </ac:grpSpMkLst>
          </pc:gr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708809007" sldId="2147483706"/>
              <ac:grpSpMk id="14" creationId="{6E62D206-E4E4-A36A-B90E-74480D449633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1.309" v="84"/>
          <pc:sldLayoutMkLst>
            <pc:docMk/>
            <pc:sldMasterMk cId="3425610017" sldId="2147483700"/>
            <pc:sldLayoutMk cId="544786414" sldId="2147483707"/>
          </pc:sldLayoutMkLst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544786414" sldId="2147483707"/>
              <ac:spMk id="5" creationId="{AA61A90D-0E5D-6AE4-AA34-0D3A71592C0A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544786414" sldId="2147483707"/>
              <ac:spMk id="6" creationId="{76711B46-FC9A-3D1F-3A17-9161638D32AE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544786414" sldId="2147483707"/>
              <ac:spMk id="7" creationId="{C2D6FB67-845C-E6DA-8ABF-9D1E14F1FB8D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544786414" sldId="2147483707"/>
              <ac:spMk id="8" creationId="{F6DA20AA-DA64-817F-E076-A4866F240550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544786414" sldId="2147483707"/>
              <ac:spMk id="9" creationId="{3907972C-4121-0FC2-FAAD-ED38B3B73484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544786414" sldId="2147483707"/>
              <ac:spMk id="13" creationId="{EC01C870-4935-4257-852E-5C651C18D898}"/>
            </ac:spMkLst>
          </pc:s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544786414" sldId="2147483707"/>
              <ac:grpSpMk id="10" creationId="{17FEBE05-C131-4A45-536A-8C9401955F28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1.309" v="84"/>
          <pc:sldLayoutMkLst>
            <pc:docMk/>
            <pc:sldMasterMk cId="3425610017" sldId="2147483700"/>
            <pc:sldLayoutMk cId="2750549470" sldId="2147483708"/>
          </pc:sldLayoutMkLst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750549470" sldId="2147483708"/>
              <ac:spMk id="8" creationId="{71605AE4-45B3-23C4-43CB-BAA7714F374C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750549470" sldId="2147483708"/>
              <ac:spMk id="9" creationId="{D6DB8BDD-D055-E9B8-7A64-CC215D00B6F7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750549470" sldId="2147483708"/>
              <ac:spMk id="10" creationId="{8B1E1BE2-3169-1FBB-F0B8-390AF57EE64A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750549470" sldId="2147483708"/>
              <ac:spMk id="11" creationId="{CC0D3EF2-2737-40CA-0430-09A2BCBD5567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750549470" sldId="2147483708"/>
              <ac:spMk id="12" creationId="{136CE033-7F90-8B47-A45C-8059CD18F943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2750549470" sldId="2147483708"/>
              <ac:spMk id="19" creationId="{6B14B137-9457-7A6B-678A-70709FF06BE8}"/>
            </ac:spMkLst>
          </pc:s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2750549470" sldId="2147483708"/>
              <ac:grpSpMk id="13" creationId="{57F1EB34-AC5B-FD30-2933-C544381B8AF1}"/>
            </ac:grpSpMkLst>
          </pc:gr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2750549470" sldId="2147483708"/>
              <ac:grpSpMk id="16" creationId="{BA8BE8C8-92CA-2C9B-530F-47A54CC95E2D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1.309" v="84"/>
          <pc:sldLayoutMkLst>
            <pc:docMk/>
            <pc:sldMasterMk cId="3425610017" sldId="2147483700"/>
            <pc:sldLayoutMk cId="1703178333" sldId="2147483709"/>
          </pc:sldLayoutMkLst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703178333" sldId="2147483709"/>
              <ac:spMk id="8" creationId="{9AD0349F-7EC1-0A2A-A836-214610F9A180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703178333" sldId="2147483709"/>
              <ac:spMk id="9" creationId="{A4D28361-52D6-CCA3-F3B1-7CDEFD59043B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703178333" sldId="2147483709"/>
              <ac:spMk id="10" creationId="{57BFE3C1-B4AA-FA8B-D798-9B37C56670C7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703178333" sldId="2147483709"/>
              <ac:spMk id="11" creationId="{7E6CC71B-47F3-F57B-CC25-0E867224BBA9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703178333" sldId="2147483709"/>
              <ac:spMk id="12" creationId="{52EFBA6B-F4CD-785A-7DA9-C8C2732C8D0F}"/>
            </ac:spMkLst>
          </pc:spChg>
          <pc:spChg chg="add">
            <ac:chgData name="SRINATH PODETI" userId="b22fe1a57f803bd6" providerId="LiveId" clId="{53F3F1FA-36B9-4033-A34F-48FCB2288AF9}" dt="2026-03-12T13:24:31.309" v="84"/>
            <ac:spMkLst>
              <pc:docMk/>
              <pc:sldMasterMk cId="3425610017" sldId="2147483700"/>
              <pc:sldLayoutMk cId="1703178333" sldId="2147483709"/>
              <ac:spMk id="19" creationId="{48772F10-8742-E1AF-A7AF-A80825663EF2}"/>
            </ac:spMkLst>
          </pc:s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1703178333" sldId="2147483709"/>
              <ac:grpSpMk id="13" creationId="{B96009C7-12A0-A3A4-C5CC-9E404BC1D622}"/>
            </ac:grpSpMkLst>
          </pc:grpChg>
          <pc:grpChg chg="add">
            <ac:chgData name="SRINATH PODETI" userId="b22fe1a57f803bd6" providerId="LiveId" clId="{53F3F1FA-36B9-4033-A34F-48FCB2288AF9}" dt="2026-03-12T13:24:31.309" v="84"/>
            <ac:grpSpMkLst>
              <pc:docMk/>
              <pc:sldMasterMk cId="3425610017" sldId="2147483700"/>
              <pc:sldLayoutMk cId="1703178333" sldId="2147483709"/>
              <ac:grpSpMk id="16" creationId="{BE976776-C766-24E4-1C8D-9047A5324C86}"/>
            </ac:grpSpMkLst>
          </pc:grpChg>
        </pc:sldLayoutChg>
      </pc:sldMasterChg>
      <pc:sldMasterChg chg="addSp modSldLayout">
        <pc:chgData name="SRINATH PODETI" userId="b22fe1a57f803bd6" providerId="LiveId" clId="{53F3F1FA-36B9-4033-A34F-48FCB2288AF9}" dt="2026-03-12T13:24:33.290" v="86"/>
        <pc:sldMasterMkLst>
          <pc:docMk/>
          <pc:sldMasterMk cId="1770821983" sldId="2147483716"/>
        </pc:sldMasterMkLst>
        <pc:spChg chg="add">
          <ac:chgData name="SRINATH PODETI" userId="b22fe1a57f803bd6" providerId="LiveId" clId="{53F3F1FA-36B9-4033-A34F-48FCB2288AF9}" dt="2026-03-12T13:24:33.290" v="86"/>
          <ac:spMkLst>
            <pc:docMk/>
            <pc:sldMasterMk cId="1770821983" sldId="2147483716"/>
            <ac:spMk id="7" creationId="{197C54A3-492D-8DE8-7D98-B7EEEF6B33A7}"/>
          </ac:spMkLst>
        </pc:spChg>
        <pc:spChg chg="add">
          <ac:chgData name="SRINATH PODETI" userId="b22fe1a57f803bd6" providerId="LiveId" clId="{53F3F1FA-36B9-4033-A34F-48FCB2288AF9}" dt="2026-03-12T13:24:33.290" v="86"/>
          <ac:spMkLst>
            <pc:docMk/>
            <pc:sldMasterMk cId="1770821983" sldId="2147483716"/>
            <ac:spMk id="8" creationId="{C0AF048B-8223-C687-49A5-E3973A8FEF31}"/>
          </ac:spMkLst>
        </pc:spChg>
        <pc:spChg chg="add">
          <ac:chgData name="SRINATH PODETI" userId="b22fe1a57f803bd6" providerId="LiveId" clId="{53F3F1FA-36B9-4033-A34F-48FCB2288AF9}" dt="2026-03-12T13:24:33.290" v="86"/>
          <ac:spMkLst>
            <pc:docMk/>
            <pc:sldMasterMk cId="1770821983" sldId="2147483716"/>
            <ac:spMk id="9" creationId="{8B68E9E5-CB7E-FFC7-52BB-C97E13333C95}"/>
          </ac:spMkLst>
        </pc:spChg>
        <pc:spChg chg="add">
          <ac:chgData name="SRINATH PODETI" userId="b22fe1a57f803bd6" providerId="LiveId" clId="{53F3F1FA-36B9-4033-A34F-48FCB2288AF9}" dt="2026-03-12T13:24:33.290" v="86"/>
          <ac:spMkLst>
            <pc:docMk/>
            <pc:sldMasterMk cId="1770821983" sldId="2147483716"/>
            <ac:spMk id="10" creationId="{CC45B1D5-18CE-6E1F-4B71-8914A3AA35B6}"/>
          </ac:spMkLst>
        </pc:spChg>
        <pc:spChg chg="add">
          <ac:chgData name="SRINATH PODETI" userId="b22fe1a57f803bd6" providerId="LiveId" clId="{53F3F1FA-36B9-4033-A34F-48FCB2288AF9}" dt="2026-03-12T13:24:33.290" v="86"/>
          <ac:spMkLst>
            <pc:docMk/>
            <pc:sldMasterMk cId="1770821983" sldId="2147483716"/>
            <ac:spMk id="11" creationId="{BAF140F1-A0F7-34EE-74CA-C9184DFE565B}"/>
          </ac:spMkLst>
        </pc:spChg>
        <pc:spChg chg="add">
          <ac:chgData name="SRINATH PODETI" userId="b22fe1a57f803bd6" providerId="LiveId" clId="{53F3F1FA-36B9-4033-A34F-48FCB2288AF9}" dt="2026-03-12T13:24:33.290" v="86"/>
          <ac:spMkLst>
            <pc:docMk/>
            <pc:sldMasterMk cId="1770821983" sldId="2147483716"/>
            <ac:spMk id="12" creationId="{AF652817-79E0-56C0-6E2F-E19F2D0E95B5}"/>
          </ac:spMkLst>
        </pc:spChg>
        <pc:spChg chg="add">
          <ac:chgData name="SRINATH PODETI" userId="b22fe1a57f803bd6" providerId="LiveId" clId="{53F3F1FA-36B9-4033-A34F-48FCB2288AF9}" dt="2026-03-12T13:24:33.290" v="86"/>
          <ac:spMkLst>
            <pc:docMk/>
            <pc:sldMasterMk cId="1770821983" sldId="2147483716"/>
            <ac:spMk id="19" creationId="{3F4AEB8E-FC8B-4E9D-0703-F50B25F01850}"/>
          </ac:spMkLst>
        </pc:spChg>
        <pc:spChg chg="add">
          <ac:chgData name="SRINATH PODETI" userId="b22fe1a57f803bd6" providerId="LiveId" clId="{53F3F1FA-36B9-4033-A34F-48FCB2288AF9}" dt="2026-03-12T13:24:33.290" v="86"/>
          <ac:spMkLst>
            <pc:docMk/>
            <pc:sldMasterMk cId="1770821983" sldId="2147483716"/>
            <ac:spMk id="20" creationId="{0D7117F1-24FE-8C10-2D7C-72FB4AED8BB7}"/>
          </ac:spMkLst>
        </pc:spChg>
        <pc:grpChg chg="add">
          <ac:chgData name="SRINATH PODETI" userId="b22fe1a57f803bd6" providerId="LiveId" clId="{53F3F1FA-36B9-4033-A34F-48FCB2288AF9}" dt="2026-03-12T13:24:33.290" v="86"/>
          <ac:grpSpMkLst>
            <pc:docMk/>
            <pc:sldMasterMk cId="1770821983" sldId="2147483716"/>
            <ac:grpSpMk id="13" creationId="{34A30325-446C-FC23-D12A-8BC0A2D576DE}"/>
          </ac:grpSpMkLst>
        </pc:grpChg>
        <pc:grpChg chg="add">
          <ac:chgData name="SRINATH PODETI" userId="b22fe1a57f803bd6" providerId="LiveId" clId="{53F3F1FA-36B9-4033-A34F-48FCB2288AF9}" dt="2026-03-12T13:24:33.290" v="86"/>
          <ac:grpSpMkLst>
            <pc:docMk/>
            <pc:sldMasterMk cId="1770821983" sldId="2147483716"/>
            <ac:grpSpMk id="16" creationId="{3D9FDA1A-1160-F972-7506-F0B5F719E655}"/>
          </ac:grpSpMkLst>
        </pc:grpChg>
        <pc:sldLayoutChg chg="addSp">
          <pc:chgData name="SRINATH PODETI" userId="b22fe1a57f803bd6" providerId="LiveId" clId="{53F3F1FA-36B9-4033-A34F-48FCB2288AF9}" dt="2026-03-12T13:24:33.290" v="86"/>
          <pc:sldLayoutMkLst>
            <pc:docMk/>
            <pc:sldMasterMk cId="1770821983" sldId="2147483716"/>
            <pc:sldLayoutMk cId="572933379" sldId="2147483717"/>
          </pc:sldLayoutMkLst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572933379" sldId="2147483717"/>
              <ac:spMk id="7" creationId="{C3BE9EBF-48E3-7E04-1537-0DE553DE3EE4}"/>
            </ac:spMkLst>
          </pc:s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572933379" sldId="2147483717"/>
              <ac:grpSpMk id="8" creationId="{7E96246A-4D3A-283F-EB5B-F4FEE2016D18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3.290" v="86"/>
          <pc:sldLayoutMkLst>
            <pc:docMk/>
            <pc:sldMasterMk cId="1770821983" sldId="2147483716"/>
            <pc:sldLayoutMk cId="394399766" sldId="2147483718"/>
          </pc:sldLayoutMkLst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394399766" sldId="2147483718"/>
              <ac:spMk id="7" creationId="{593F2514-2DA7-BF94-7D4A-89B9B74E85C4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394399766" sldId="2147483718"/>
              <ac:spMk id="8" creationId="{AF59ABD6-2F33-1E89-33CE-88C358E3A75F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394399766" sldId="2147483718"/>
              <ac:spMk id="9" creationId="{B39B1304-A889-338C-2F23-155023CFE67B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394399766" sldId="2147483718"/>
              <ac:spMk id="10" creationId="{2ED69740-2719-8066-E734-CDC1754933B4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394399766" sldId="2147483718"/>
              <ac:spMk id="11" creationId="{84797039-A693-27BD-4E0E-8A2C6683A89B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394399766" sldId="2147483718"/>
              <ac:spMk id="18" creationId="{0C11BDCD-8F03-A97F-522F-9923E54609FB}"/>
            </ac:spMkLst>
          </pc:s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394399766" sldId="2147483718"/>
              <ac:grpSpMk id="12" creationId="{46AF5159-86D7-6419-CA4D-634CA5BAA17A}"/>
            </ac:grpSpMkLst>
          </pc:gr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394399766" sldId="2147483718"/>
              <ac:grpSpMk id="15" creationId="{591831B7-FC2E-5838-FDF4-9F83D5F97CF0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3.290" v="86"/>
          <pc:sldLayoutMkLst>
            <pc:docMk/>
            <pc:sldMasterMk cId="1770821983" sldId="2147483716"/>
            <pc:sldLayoutMk cId="2120527456" sldId="2147483719"/>
          </pc:sldLayoutMkLst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120527456" sldId="2147483719"/>
              <ac:spMk id="7" creationId="{587577A0-0B16-D3CE-8D08-DB2CC1AE65DC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120527456" sldId="2147483719"/>
              <ac:spMk id="8" creationId="{FF57A820-D145-95A0-953B-515F472D2231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120527456" sldId="2147483719"/>
              <ac:spMk id="9" creationId="{7EF13CD4-7D56-FDDC-F4C3-93495402D2C9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120527456" sldId="2147483719"/>
              <ac:spMk id="10" creationId="{84B13F61-310F-A1EA-A266-1104CE2242C0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120527456" sldId="2147483719"/>
              <ac:spMk id="11" creationId="{482A1535-39A8-ADE2-FBF1-0D2E69CE11F6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120527456" sldId="2147483719"/>
              <ac:spMk id="12" creationId="{0617DEB9-6527-0EFA-DB52-F42334EE0900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120527456" sldId="2147483719"/>
              <ac:spMk id="13" creationId="{3B51A64F-8068-3AC4-130F-07541590D683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120527456" sldId="2147483719"/>
              <ac:spMk id="14" creationId="{2D589098-5452-50DC-D738-E28EEB45A141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120527456" sldId="2147483719"/>
              <ac:spMk id="15" creationId="{5ED0A566-24B3-D5EB-9FE5-50E64677F34B}"/>
            </ac:spMkLst>
          </pc:s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2120527456" sldId="2147483719"/>
              <ac:grpSpMk id="19" creationId="{98757C77-8509-2F16-A710-45E93BEA53A6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3.290" v="86"/>
          <pc:sldLayoutMkLst>
            <pc:docMk/>
            <pc:sldMasterMk cId="1770821983" sldId="2147483716"/>
            <pc:sldLayoutMk cId="1410046614" sldId="2147483720"/>
          </pc:sldLayoutMkLst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10046614" sldId="2147483720"/>
              <ac:spMk id="8" creationId="{46F6D701-0525-732A-928D-0C5C32C016D1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10046614" sldId="2147483720"/>
              <ac:spMk id="9" creationId="{71121B1C-8FE7-57AC-8866-F87A2956656B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10046614" sldId="2147483720"/>
              <ac:spMk id="10" creationId="{929F610F-23DD-1A8A-C59D-2B4038627024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10046614" sldId="2147483720"/>
              <ac:spMk id="11" creationId="{A0EEDAEC-3706-A6AD-78FA-89DF7315134D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10046614" sldId="2147483720"/>
              <ac:spMk id="12" creationId="{4FD16DC4-D341-499E-E623-F5AE35C8027B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10046614" sldId="2147483720"/>
              <ac:spMk id="19" creationId="{E8C92E14-7D81-F68E-A3A9-AD9A2EDDA418}"/>
            </ac:spMkLst>
          </pc:s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1410046614" sldId="2147483720"/>
              <ac:grpSpMk id="13" creationId="{64ED1D83-9B15-26EF-0A61-3451A1DB94D5}"/>
            </ac:grpSpMkLst>
          </pc:gr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1410046614" sldId="2147483720"/>
              <ac:grpSpMk id="16" creationId="{B31FD54F-9BFB-35F0-7515-D5451051D9EC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3.290" v="86"/>
          <pc:sldLayoutMkLst>
            <pc:docMk/>
            <pc:sldMasterMk cId="1770821983" sldId="2147483716"/>
            <pc:sldLayoutMk cId="849110074" sldId="2147483721"/>
          </pc:sldLayoutMkLst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849110074" sldId="2147483721"/>
              <ac:spMk id="10" creationId="{C2C8036F-7C35-17A9-566E-12A4AB137C3C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849110074" sldId="2147483721"/>
              <ac:spMk id="11" creationId="{09F07981-E309-8EBE-A773-9A4397408E07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849110074" sldId="2147483721"/>
              <ac:spMk id="12" creationId="{73D1DA89-6572-1E01-99BA-AFABAF1A341F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849110074" sldId="2147483721"/>
              <ac:spMk id="13" creationId="{F3F000BC-F424-C635-50BC-1AC9E4A26502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849110074" sldId="2147483721"/>
              <ac:spMk id="14" creationId="{7F9D4D5A-6223-BB11-EBEE-7A4D634289FC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849110074" sldId="2147483721"/>
              <ac:spMk id="21" creationId="{EEC8AEE0-6BC1-371C-A274-3F738F5E6322}"/>
            </ac:spMkLst>
          </pc:s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849110074" sldId="2147483721"/>
              <ac:grpSpMk id="15" creationId="{8C79858C-FF9A-73FD-F7A2-CB5D953881EE}"/>
            </ac:grpSpMkLst>
          </pc:gr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849110074" sldId="2147483721"/>
              <ac:grpSpMk id="18" creationId="{7D7B2595-2A9B-21FE-4A03-4D0C6923E52E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3.290" v="86"/>
          <pc:sldLayoutMkLst>
            <pc:docMk/>
            <pc:sldMasterMk cId="1770821983" sldId="2147483716"/>
            <pc:sldLayoutMk cId="1217186059" sldId="2147483722"/>
          </pc:sldLayoutMkLst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217186059" sldId="2147483722"/>
              <ac:spMk id="6" creationId="{00B01873-9294-249C-F6D9-39C4459C9691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217186059" sldId="2147483722"/>
              <ac:spMk id="7" creationId="{5198E6D6-6866-BA7B-D148-B7D4668D272E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217186059" sldId="2147483722"/>
              <ac:spMk id="8" creationId="{55CCB751-D711-8118-DCCB-A812C98D059C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217186059" sldId="2147483722"/>
              <ac:spMk id="9" creationId="{27CD8D37-E837-6353-87E0-D8C641D0ED83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217186059" sldId="2147483722"/>
              <ac:spMk id="10" creationId="{8E04B287-240C-9408-B5D0-FE73A4BDBA00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217186059" sldId="2147483722"/>
              <ac:spMk id="17" creationId="{660803EF-7ECA-FB47-E277-2D80149D1564}"/>
            </ac:spMkLst>
          </pc:s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1217186059" sldId="2147483722"/>
              <ac:grpSpMk id="11" creationId="{52A9D17A-6FF9-0781-1B92-EC02FC09EA15}"/>
            </ac:grpSpMkLst>
          </pc:gr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1217186059" sldId="2147483722"/>
              <ac:grpSpMk id="14" creationId="{1BA40358-EB68-D5BE-6455-27E1666BF3FE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3.290" v="86"/>
          <pc:sldLayoutMkLst>
            <pc:docMk/>
            <pc:sldMasterMk cId="1770821983" sldId="2147483716"/>
            <pc:sldLayoutMk cId="763983845" sldId="2147483723"/>
          </pc:sldLayoutMkLst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763983845" sldId="2147483723"/>
              <ac:spMk id="5" creationId="{CE1F35F2-A494-14A7-2F89-EC76BA784287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763983845" sldId="2147483723"/>
              <ac:spMk id="6" creationId="{69393A0E-1D98-A690-68FA-6CB052484244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763983845" sldId="2147483723"/>
              <ac:spMk id="7" creationId="{4BFA0340-E073-5B8E-7DBC-BD30EDB4C2ED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763983845" sldId="2147483723"/>
              <ac:spMk id="8" creationId="{8D3B09BA-47A5-450D-BE65-232518A5F07B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763983845" sldId="2147483723"/>
              <ac:spMk id="9" creationId="{EFE935F2-8AC8-DA46-775D-9D7AD6298F07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763983845" sldId="2147483723"/>
              <ac:spMk id="13" creationId="{61194CD4-C514-7A80-3B24-62F99C7093EB}"/>
            </ac:spMkLst>
          </pc:s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763983845" sldId="2147483723"/>
              <ac:grpSpMk id="10" creationId="{840A9D70-5ADB-3557-ECB4-0D69E3293892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3.290" v="86"/>
          <pc:sldLayoutMkLst>
            <pc:docMk/>
            <pc:sldMasterMk cId="1770821983" sldId="2147483716"/>
            <pc:sldLayoutMk cId="1451819566" sldId="2147483724"/>
          </pc:sldLayoutMkLst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51819566" sldId="2147483724"/>
              <ac:spMk id="8" creationId="{391BBAEF-B3F1-2D01-B9A1-D60129F2B4F1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51819566" sldId="2147483724"/>
              <ac:spMk id="9" creationId="{ED2989A8-291E-E019-1CAE-AA85A6F9E6F9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51819566" sldId="2147483724"/>
              <ac:spMk id="10" creationId="{4134C7A7-5BC6-22CE-61FE-4AB80503A497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51819566" sldId="2147483724"/>
              <ac:spMk id="11" creationId="{A9CD8E47-FF1F-6CAD-9146-67E2FA92DC45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51819566" sldId="2147483724"/>
              <ac:spMk id="12" creationId="{3AE1E0C6-F067-C010-24A7-DE6DAA9A374D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1451819566" sldId="2147483724"/>
              <ac:spMk id="19" creationId="{A32921DA-E8D2-6F86-D7F5-3C819A6C052C}"/>
            </ac:spMkLst>
          </pc:s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1451819566" sldId="2147483724"/>
              <ac:grpSpMk id="13" creationId="{BD491301-CF88-0C04-BDDF-C47DB58AF01D}"/>
            </ac:grpSpMkLst>
          </pc:gr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1451819566" sldId="2147483724"/>
              <ac:grpSpMk id="16" creationId="{4FF48546-670B-2D21-2ABF-BF0F308C36EE}"/>
            </ac:grpSpMkLst>
          </pc:grpChg>
        </pc:sldLayoutChg>
        <pc:sldLayoutChg chg="addSp">
          <pc:chgData name="SRINATH PODETI" userId="b22fe1a57f803bd6" providerId="LiveId" clId="{53F3F1FA-36B9-4033-A34F-48FCB2288AF9}" dt="2026-03-12T13:24:33.290" v="86"/>
          <pc:sldLayoutMkLst>
            <pc:docMk/>
            <pc:sldMasterMk cId="1770821983" sldId="2147483716"/>
            <pc:sldLayoutMk cId="2229851875" sldId="2147483725"/>
          </pc:sldLayoutMkLst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229851875" sldId="2147483725"/>
              <ac:spMk id="8" creationId="{8267225F-F694-02D4-AB00-904BE8F4C98D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229851875" sldId="2147483725"/>
              <ac:spMk id="9" creationId="{BD992C7B-7F9B-0330-9599-2FE3372AC876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229851875" sldId="2147483725"/>
              <ac:spMk id="10" creationId="{87435CC8-2C70-A9CE-42C8-5B8247AEA760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229851875" sldId="2147483725"/>
              <ac:spMk id="11" creationId="{67BE0BF8-F4C7-E4C4-B4C3-24A967834D8F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229851875" sldId="2147483725"/>
              <ac:spMk id="12" creationId="{D1E01A2D-E462-4F46-F9C8-E58BDFB38AC3}"/>
            </ac:spMkLst>
          </pc:spChg>
          <pc:spChg chg="add">
            <ac:chgData name="SRINATH PODETI" userId="b22fe1a57f803bd6" providerId="LiveId" clId="{53F3F1FA-36B9-4033-A34F-48FCB2288AF9}" dt="2026-03-12T13:24:33.290" v="86"/>
            <ac:spMkLst>
              <pc:docMk/>
              <pc:sldMasterMk cId="1770821983" sldId="2147483716"/>
              <pc:sldLayoutMk cId="2229851875" sldId="2147483725"/>
              <ac:spMk id="19" creationId="{EB72D822-ACBD-71F7-AFDC-570A706DA54A}"/>
            </ac:spMkLst>
          </pc:s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2229851875" sldId="2147483725"/>
              <ac:grpSpMk id="13" creationId="{E7957999-07FC-A611-5E04-76523F17CA6E}"/>
            </ac:grpSpMkLst>
          </pc:grpChg>
          <pc:grpChg chg="add">
            <ac:chgData name="SRINATH PODETI" userId="b22fe1a57f803bd6" providerId="LiveId" clId="{53F3F1FA-36B9-4033-A34F-48FCB2288AF9}" dt="2026-03-12T13:24:33.290" v="86"/>
            <ac:grpSpMkLst>
              <pc:docMk/>
              <pc:sldMasterMk cId="1770821983" sldId="2147483716"/>
              <pc:sldLayoutMk cId="2229851875" sldId="2147483725"/>
              <ac:grpSpMk id="16" creationId="{97BD6699-40D3-CEAD-9AF6-5844A8242E9E}"/>
            </ac:grpSpMkLst>
          </pc:gr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2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171700"/>
            <a:ext cx="6931152" cy="1467612"/>
          </a:xfrm>
        </p:spPr>
        <p:txBody>
          <a:bodyPr/>
          <a:lstStyle/>
          <a:p>
            <a:r>
              <a:rPr lang="en-US" sz="48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sz="4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Election Data Visualization for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Interactive Analysis of Indian Election Data Using </a:t>
            </a:r>
            <a:r>
              <a:rPr lang="en-US" sz="2400" b="1" dirty="0"/>
              <a:t>Microsoft Power BI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46" y="1120140"/>
            <a:ext cx="7781544" cy="859055"/>
          </a:xfrm>
        </p:spPr>
        <p:txBody>
          <a:bodyPr/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1B846A-5522-C760-E7A8-9F122E15C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646" y="2171699"/>
            <a:ext cx="6871970" cy="859055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Election data analysis involves studying voting patterns, voter turnout, party performance, and candidate success using data analytics tools.</a:t>
            </a:r>
          </a:p>
          <a:p>
            <a:endParaRPr lang="en-US"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2ECA12E-5961-3862-BE11-6C47D5B7F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" y="4224189"/>
            <a:ext cx="375776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Microsoft Power BI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and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61" y="1303020"/>
            <a:ext cx="7781544" cy="859055"/>
          </a:xfrm>
        </p:spPr>
        <p:txBody>
          <a:bodyPr>
            <a:normAutofit/>
          </a:bodyPr>
          <a:lstStyle/>
          <a:p>
            <a:r>
              <a:rPr lang="en-IN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Objectives of the Project</a:t>
            </a:r>
            <a:endParaRPr lang="en-US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C74F404-9C8B-B4A2-ADD4-CDB6A01B4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1518" y="2826484"/>
            <a:ext cx="758063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visualize Indian election data using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voter turnout across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track party performance and seat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demographic voting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real-time election insights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50" y="552387"/>
            <a:ext cx="11214100" cy="590931"/>
          </a:xfrm>
        </p:spPr>
        <p:txBody>
          <a:bodyPr/>
          <a:lstStyle/>
          <a:p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Indian Election Analysis 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4B2F6A-3F0F-4CB6-6E83-C8FC393E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7974" y="1977653"/>
            <a:ext cx="7302966" cy="4073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F503E0-8B8F-60E4-39B4-248D50C52AAC}"/>
              </a:ext>
            </a:extLst>
          </p:cNvPr>
          <p:cNvSpPr txBox="1"/>
          <p:nvPr/>
        </p:nvSpPr>
        <p:spPr>
          <a:xfrm>
            <a:off x="7715249" y="1468754"/>
            <a:ext cx="4258777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an overview of the election results.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Visualizations: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Total votes by state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Margin by constituency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Candidate and party information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Vote distribution charts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Shows which states have higher voting activity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Displays constituencies with the highest winning margin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Helps quickly identify major parties and candidates.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Indian Historical Trends 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ED9074-2882-36E2-EDFB-D08558F218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6542" y="2102542"/>
            <a:ext cx="7005788" cy="39267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64977C-E85B-5755-8619-AA16ADC61C69}"/>
              </a:ext>
            </a:extLst>
          </p:cNvPr>
          <p:cNvSpPr txBox="1"/>
          <p:nvPr/>
        </p:nvSpPr>
        <p:spPr>
          <a:xfrm rot="10800000" flipH="1" flipV="1">
            <a:off x="7477071" y="1290699"/>
            <a:ext cx="462729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focuses on historical election trends.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Total seats won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Turnout percentage trends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Voting patterns across states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Ideology distribution (Left, Right, Regional)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 understand how voting behavior and party dominance change over time.</a:t>
            </a:r>
          </a:p>
          <a:p>
            <a:endParaRPr lang="en-US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Helps analysts predict possible future trends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I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Real-Time Election Data Analysis</a:t>
            </a:r>
            <a:endParaRPr 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E90118-AC12-D2E3-2454-8FFF77ACF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3702" y="2094245"/>
            <a:ext cx="6971498" cy="39033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C46883-3A7A-D576-8888-8ADECABF9EC2}"/>
              </a:ext>
            </a:extLst>
          </p:cNvPr>
          <p:cNvSpPr txBox="1"/>
          <p:nvPr/>
        </p:nvSpPr>
        <p:spPr>
          <a:xfrm>
            <a:off x="7573478" y="1845298"/>
            <a:ext cx="43891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tracks election statistics dynamically.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Visuals: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Total votes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Margin comparison by party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State-wise performance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Re-elected candidate analysis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Shows real-time updates of election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and helps media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organizations quickly interpret election outcomes.</a:t>
            </a: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Demographic Turnout 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79A44-F543-E9BC-9C8B-135A881DE8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3683" y="2040175"/>
            <a:ext cx="7245818" cy="40285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42640C-0974-F027-CB19-969A1A0597B6}"/>
              </a:ext>
            </a:extLst>
          </p:cNvPr>
          <p:cNvSpPr txBox="1"/>
          <p:nvPr/>
        </p:nvSpPr>
        <p:spPr>
          <a:xfrm>
            <a:off x="7635240" y="1853872"/>
            <a:ext cx="4556760" cy="467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analyzes voter turnout based on demographic data.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Analyzed:</a:t>
            </a: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Gender (Male / Female)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Age groups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Urban vs Rural voters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State-wise participation</a:t>
            </a:r>
          </a:p>
          <a:p>
            <a:endParaRPr lang="en-US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Which age group votes more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Gender participation in elections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Differences between rural and urban       turnout</a:t>
            </a:r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Party &amp; Candidate Performance Tracker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68FC8-D512-ABD9-87BB-7BD7BBD404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543" y="2080623"/>
            <a:ext cx="7131517" cy="3982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6552C5-75A4-0F91-3ACC-592DEEC06818}"/>
              </a:ext>
            </a:extLst>
          </p:cNvPr>
          <p:cNvSpPr txBox="1"/>
          <p:nvPr/>
        </p:nvSpPr>
        <p:spPr>
          <a:xfrm>
            <a:off x="7555230" y="1794510"/>
            <a:ext cx="426339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focuses on political party and candidate performance.</a:t>
            </a:r>
          </a:p>
          <a:p>
            <a:endParaRPr lang="en-US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Visualizations:</a:t>
            </a: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Seats won by state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Candidate vote share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Party-wise performance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Constituency-wise margins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Top performing candidates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Strongest political parties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Constituencies with close contests</a:t>
            </a: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I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E3A1A-2A30-4683-B8FD-A36B4B595B97}"/>
              </a:ext>
            </a:extLst>
          </p:cNvPr>
          <p:cNvSpPr txBox="1"/>
          <p:nvPr/>
        </p:nvSpPr>
        <p:spPr>
          <a:xfrm>
            <a:off x="444500" y="1737360"/>
            <a:ext cx="108077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clear insights into Indian election data.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dashboards make complex election information easier to understand.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helps media analysts quickly interpret election results.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live election data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AI-based election prediction models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Advanced voter </a:t>
            </a:r>
            <a:r>
              <a:rPr lang="en-I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analytics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Mobile-friendly dashboards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6060" y="2883789"/>
            <a:ext cx="4439880" cy="1090422"/>
          </a:xfrm>
        </p:spPr>
        <p:txBody>
          <a:bodyPr/>
          <a:lstStyle/>
          <a:p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B" sz="7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87</TotalTime>
  <Words>458</Words>
  <Application>Microsoft Office PowerPoint</Application>
  <PresentationFormat>Widescreen</PresentationFormat>
  <Paragraphs>100</Paragraphs>
  <Slides>10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Trade Gothic LT Pro</vt:lpstr>
      <vt:lpstr>Trebuchet MS</vt:lpstr>
      <vt:lpstr>Office Theme</vt:lpstr>
      <vt:lpstr>ElectViz – Election Data Visualization for Media</vt:lpstr>
      <vt:lpstr>Introduction</vt:lpstr>
      <vt:lpstr>Main Objectives of the Project</vt:lpstr>
      <vt:lpstr>Module 1: Indian Election Analysis Dashboard</vt:lpstr>
      <vt:lpstr>Module 2: Indian Historical Trends Dashboard</vt:lpstr>
      <vt:lpstr>Module 3: Real-Time Election Data Analysis</vt:lpstr>
      <vt:lpstr>Module 4: Demographic Turnout Dashboard</vt:lpstr>
      <vt:lpstr>Module 5: Party &amp; Candidate Performance Tracker</vt:lpstr>
      <vt:lpstr>Conclusion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SRINATH PODETI</dc:creator>
  <cp:lastModifiedBy>SRINATH PODETI</cp:lastModifiedBy>
  <cp:revision>1</cp:revision>
  <dcterms:created xsi:type="dcterms:W3CDTF">2026-03-12T11:57:59Z</dcterms:created>
  <dcterms:modified xsi:type="dcterms:W3CDTF">2026-03-12T13:27:40Z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